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3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1C3B46-EEBF-4D6B-97E1-39158F426A76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4DA83D5-98A8-498C-9F3D-5C66F44522E0}">
      <dgm:prSet/>
      <dgm:spPr/>
      <dgm:t>
        <a:bodyPr/>
        <a:lstStyle/>
        <a:p>
          <a:r>
            <a:rPr lang="en-US"/>
            <a:t>• Filled missing values</a:t>
          </a:r>
        </a:p>
      </dgm:t>
    </dgm:pt>
    <dgm:pt modelId="{52A303C2-EA7C-4C24-AD25-A3A44BDCB4DE}" type="parTrans" cxnId="{82852AB1-D8D1-4D15-8178-DB09780B401E}">
      <dgm:prSet/>
      <dgm:spPr/>
      <dgm:t>
        <a:bodyPr/>
        <a:lstStyle/>
        <a:p>
          <a:endParaRPr lang="en-US"/>
        </a:p>
      </dgm:t>
    </dgm:pt>
    <dgm:pt modelId="{0EC48F41-13C3-4032-9B9C-B8B1FB2FF1DF}" type="sibTrans" cxnId="{82852AB1-D8D1-4D15-8178-DB09780B401E}">
      <dgm:prSet/>
      <dgm:spPr/>
      <dgm:t>
        <a:bodyPr/>
        <a:lstStyle/>
        <a:p>
          <a:endParaRPr lang="en-US"/>
        </a:p>
      </dgm:t>
    </dgm:pt>
    <dgm:pt modelId="{41DA211A-659D-4900-A3D4-8279B4923D76}">
      <dgm:prSet/>
      <dgm:spPr/>
      <dgm:t>
        <a:bodyPr/>
        <a:lstStyle/>
        <a:p>
          <a:r>
            <a:rPr lang="en-US"/>
            <a:t>• Removed duplicates</a:t>
          </a:r>
        </a:p>
      </dgm:t>
    </dgm:pt>
    <dgm:pt modelId="{AB4C56BB-1F2A-40B5-AA8F-CBE79B3B9171}" type="parTrans" cxnId="{CB0938EA-AAB5-4772-A2B2-A8452376CEB7}">
      <dgm:prSet/>
      <dgm:spPr/>
      <dgm:t>
        <a:bodyPr/>
        <a:lstStyle/>
        <a:p>
          <a:endParaRPr lang="en-US"/>
        </a:p>
      </dgm:t>
    </dgm:pt>
    <dgm:pt modelId="{3405A829-9EDB-4B48-BDD1-300DF16B7C54}" type="sibTrans" cxnId="{CB0938EA-AAB5-4772-A2B2-A8452376CEB7}">
      <dgm:prSet/>
      <dgm:spPr/>
      <dgm:t>
        <a:bodyPr/>
        <a:lstStyle/>
        <a:p>
          <a:endParaRPr lang="en-US"/>
        </a:p>
      </dgm:t>
    </dgm:pt>
    <dgm:pt modelId="{ECDB0285-571D-4D4A-8F9E-66EB73B8B013}">
      <dgm:prSet/>
      <dgm:spPr/>
      <dgm:t>
        <a:bodyPr/>
        <a:lstStyle/>
        <a:p>
          <a:r>
            <a:rPr lang="en-US"/>
            <a:t>• Converted dates</a:t>
          </a:r>
        </a:p>
      </dgm:t>
    </dgm:pt>
    <dgm:pt modelId="{43431283-FCCA-4889-8057-0FF14AC13516}" type="parTrans" cxnId="{7DBFA810-45E2-4EE7-A4D1-4ACAFE93F497}">
      <dgm:prSet/>
      <dgm:spPr/>
      <dgm:t>
        <a:bodyPr/>
        <a:lstStyle/>
        <a:p>
          <a:endParaRPr lang="en-US"/>
        </a:p>
      </dgm:t>
    </dgm:pt>
    <dgm:pt modelId="{E27F15B9-4B9E-4D54-B356-1E0A6E3FA2F7}" type="sibTrans" cxnId="{7DBFA810-45E2-4EE7-A4D1-4ACAFE93F497}">
      <dgm:prSet/>
      <dgm:spPr/>
      <dgm:t>
        <a:bodyPr/>
        <a:lstStyle/>
        <a:p>
          <a:endParaRPr lang="en-US"/>
        </a:p>
      </dgm:t>
    </dgm:pt>
    <dgm:pt modelId="{AEE250DB-39AA-4FB9-91BE-16BA766A6D47}" type="pres">
      <dgm:prSet presAssocID="{B41C3B46-EEBF-4D6B-97E1-39158F426A76}" presName="diagram" presStyleCnt="0">
        <dgm:presLayoutVars>
          <dgm:dir/>
          <dgm:resizeHandles val="exact"/>
        </dgm:presLayoutVars>
      </dgm:prSet>
      <dgm:spPr/>
    </dgm:pt>
    <dgm:pt modelId="{8152D222-0E23-4DD3-B7B5-DBBB9712C95C}" type="pres">
      <dgm:prSet presAssocID="{94DA83D5-98A8-498C-9F3D-5C66F44522E0}" presName="arrow" presStyleLbl="node1" presStyleIdx="0" presStyleCnt="3">
        <dgm:presLayoutVars>
          <dgm:bulletEnabled val="1"/>
        </dgm:presLayoutVars>
      </dgm:prSet>
      <dgm:spPr/>
    </dgm:pt>
    <dgm:pt modelId="{CA908866-1461-4882-9783-A5CF05E2F008}" type="pres">
      <dgm:prSet presAssocID="{41DA211A-659D-4900-A3D4-8279B4923D76}" presName="arrow" presStyleLbl="node1" presStyleIdx="1" presStyleCnt="3">
        <dgm:presLayoutVars>
          <dgm:bulletEnabled val="1"/>
        </dgm:presLayoutVars>
      </dgm:prSet>
      <dgm:spPr/>
    </dgm:pt>
    <dgm:pt modelId="{F7018326-6CED-40ED-878B-808590DC3B4B}" type="pres">
      <dgm:prSet presAssocID="{ECDB0285-571D-4D4A-8F9E-66EB73B8B013}" presName="arrow" presStyleLbl="node1" presStyleIdx="2" presStyleCnt="3">
        <dgm:presLayoutVars>
          <dgm:bulletEnabled val="1"/>
        </dgm:presLayoutVars>
      </dgm:prSet>
      <dgm:spPr/>
    </dgm:pt>
  </dgm:ptLst>
  <dgm:cxnLst>
    <dgm:cxn modelId="{7DBFA810-45E2-4EE7-A4D1-4ACAFE93F497}" srcId="{B41C3B46-EEBF-4D6B-97E1-39158F426A76}" destId="{ECDB0285-571D-4D4A-8F9E-66EB73B8B013}" srcOrd="2" destOrd="0" parTransId="{43431283-FCCA-4889-8057-0FF14AC13516}" sibTransId="{E27F15B9-4B9E-4D54-B356-1E0A6E3FA2F7}"/>
    <dgm:cxn modelId="{342AEA3D-78FC-4C6B-9466-B7130A18FA8F}" type="presOf" srcId="{41DA211A-659D-4900-A3D4-8279B4923D76}" destId="{CA908866-1461-4882-9783-A5CF05E2F008}" srcOrd="0" destOrd="0" presId="urn:microsoft.com/office/officeart/2005/8/layout/arrow5"/>
    <dgm:cxn modelId="{92D27C5E-FFB1-401A-836D-FA7EEECA652C}" type="presOf" srcId="{94DA83D5-98A8-498C-9F3D-5C66F44522E0}" destId="{8152D222-0E23-4DD3-B7B5-DBBB9712C95C}" srcOrd="0" destOrd="0" presId="urn:microsoft.com/office/officeart/2005/8/layout/arrow5"/>
    <dgm:cxn modelId="{F0300846-01DF-46A2-8910-B2CB33D8856B}" type="presOf" srcId="{B41C3B46-EEBF-4D6B-97E1-39158F426A76}" destId="{AEE250DB-39AA-4FB9-91BE-16BA766A6D47}" srcOrd="0" destOrd="0" presId="urn:microsoft.com/office/officeart/2005/8/layout/arrow5"/>
    <dgm:cxn modelId="{82852AB1-D8D1-4D15-8178-DB09780B401E}" srcId="{B41C3B46-EEBF-4D6B-97E1-39158F426A76}" destId="{94DA83D5-98A8-498C-9F3D-5C66F44522E0}" srcOrd="0" destOrd="0" parTransId="{52A303C2-EA7C-4C24-AD25-A3A44BDCB4DE}" sibTransId="{0EC48F41-13C3-4032-9B9C-B8B1FB2FF1DF}"/>
    <dgm:cxn modelId="{16032AC9-6D1E-4250-AB7E-28CC41433BE0}" type="presOf" srcId="{ECDB0285-571D-4D4A-8F9E-66EB73B8B013}" destId="{F7018326-6CED-40ED-878B-808590DC3B4B}" srcOrd="0" destOrd="0" presId="urn:microsoft.com/office/officeart/2005/8/layout/arrow5"/>
    <dgm:cxn modelId="{CB0938EA-AAB5-4772-A2B2-A8452376CEB7}" srcId="{B41C3B46-EEBF-4D6B-97E1-39158F426A76}" destId="{41DA211A-659D-4900-A3D4-8279B4923D76}" srcOrd="1" destOrd="0" parTransId="{AB4C56BB-1F2A-40B5-AA8F-CBE79B3B9171}" sibTransId="{3405A829-9EDB-4B48-BDD1-300DF16B7C54}"/>
    <dgm:cxn modelId="{6C74140B-0996-4F05-A653-66136C609F9B}" type="presParOf" srcId="{AEE250DB-39AA-4FB9-91BE-16BA766A6D47}" destId="{8152D222-0E23-4DD3-B7B5-DBBB9712C95C}" srcOrd="0" destOrd="0" presId="urn:microsoft.com/office/officeart/2005/8/layout/arrow5"/>
    <dgm:cxn modelId="{EC03196C-8F83-4529-81EB-34CC77CE8F87}" type="presParOf" srcId="{AEE250DB-39AA-4FB9-91BE-16BA766A6D47}" destId="{CA908866-1461-4882-9783-A5CF05E2F008}" srcOrd="1" destOrd="0" presId="urn:microsoft.com/office/officeart/2005/8/layout/arrow5"/>
    <dgm:cxn modelId="{10094603-ABA7-471C-9761-9EF968F5CCC5}" type="presParOf" srcId="{AEE250DB-39AA-4FB9-91BE-16BA766A6D47}" destId="{F7018326-6CED-40ED-878B-808590DC3B4B}" srcOrd="2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8EA969-C046-4910-8169-F1D6E5500B81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B13A7D-F111-4315-BEB9-324D4A08FD81}">
      <dgm:prSet/>
      <dgm:spPr/>
      <dgm:t>
        <a:bodyPr/>
        <a:lstStyle/>
        <a:p>
          <a:r>
            <a:rPr lang="en-US" dirty="0"/>
            <a:t>• Descriptive statistics</a:t>
          </a:r>
        </a:p>
      </dgm:t>
    </dgm:pt>
    <dgm:pt modelId="{142E33EF-D2D0-4736-B70F-02ECB734C7FB}" type="parTrans" cxnId="{5609EB9D-87A8-48F1-81AA-DE931BE66698}">
      <dgm:prSet/>
      <dgm:spPr/>
      <dgm:t>
        <a:bodyPr/>
        <a:lstStyle/>
        <a:p>
          <a:endParaRPr lang="en-US"/>
        </a:p>
      </dgm:t>
    </dgm:pt>
    <dgm:pt modelId="{2D0C1956-96A5-47C1-AC3B-E65C7C7043B0}" type="sibTrans" cxnId="{5609EB9D-87A8-48F1-81AA-DE931BE66698}">
      <dgm:prSet/>
      <dgm:spPr/>
      <dgm:t>
        <a:bodyPr/>
        <a:lstStyle/>
        <a:p>
          <a:endParaRPr lang="en-US"/>
        </a:p>
      </dgm:t>
    </dgm:pt>
    <dgm:pt modelId="{7C2AFD25-D94E-4464-B7B8-9FBB7402A2E2}">
      <dgm:prSet/>
      <dgm:spPr/>
      <dgm:t>
        <a:bodyPr/>
        <a:lstStyle/>
        <a:p>
          <a:r>
            <a:rPr lang="en-US"/>
            <a:t>• Temperature trend</a:t>
          </a:r>
        </a:p>
      </dgm:t>
    </dgm:pt>
    <dgm:pt modelId="{3AA00F09-0842-4BCA-B31C-0629DBB6E6C2}" type="parTrans" cxnId="{21459B38-5040-4913-8BB2-378F36B4BB20}">
      <dgm:prSet/>
      <dgm:spPr/>
      <dgm:t>
        <a:bodyPr/>
        <a:lstStyle/>
        <a:p>
          <a:endParaRPr lang="en-US"/>
        </a:p>
      </dgm:t>
    </dgm:pt>
    <dgm:pt modelId="{3260C633-3D36-45A9-B36B-EE04F24E0951}" type="sibTrans" cxnId="{21459B38-5040-4913-8BB2-378F36B4BB20}">
      <dgm:prSet/>
      <dgm:spPr/>
      <dgm:t>
        <a:bodyPr/>
        <a:lstStyle/>
        <a:p>
          <a:endParaRPr lang="en-US"/>
        </a:p>
      </dgm:t>
    </dgm:pt>
    <dgm:pt modelId="{4193C873-2F69-410F-B6DE-76929A4A8668}">
      <dgm:prSet/>
      <dgm:spPr/>
      <dgm:t>
        <a:bodyPr/>
        <a:lstStyle/>
        <a:p>
          <a:r>
            <a:rPr lang="en-US"/>
            <a:t>• Distribution analysis</a:t>
          </a:r>
        </a:p>
      </dgm:t>
    </dgm:pt>
    <dgm:pt modelId="{57CEFE17-6CF9-4084-A818-EA70A7BC9131}" type="parTrans" cxnId="{B6BD5030-7E16-44CA-9AE8-3940F0750D81}">
      <dgm:prSet/>
      <dgm:spPr/>
      <dgm:t>
        <a:bodyPr/>
        <a:lstStyle/>
        <a:p>
          <a:endParaRPr lang="en-US"/>
        </a:p>
      </dgm:t>
    </dgm:pt>
    <dgm:pt modelId="{73742812-29E8-47B1-8446-FF85B2C869BC}" type="sibTrans" cxnId="{B6BD5030-7E16-44CA-9AE8-3940F0750D81}">
      <dgm:prSet/>
      <dgm:spPr/>
      <dgm:t>
        <a:bodyPr/>
        <a:lstStyle/>
        <a:p>
          <a:endParaRPr lang="en-US"/>
        </a:p>
      </dgm:t>
    </dgm:pt>
    <dgm:pt modelId="{10AD3296-C578-4373-AA13-C77003DB7A92}" type="pres">
      <dgm:prSet presAssocID="{A28EA969-C046-4910-8169-F1D6E5500B81}" presName="cycle" presStyleCnt="0">
        <dgm:presLayoutVars>
          <dgm:dir/>
          <dgm:resizeHandles val="exact"/>
        </dgm:presLayoutVars>
      </dgm:prSet>
      <dgm:spPr/>
    </dgm:pt>
    <dgm:pt modelId="{9DB652BC-029E-4B0C-9079-29663684D387}" type="pres">
      <dgm:prSet presAssocID="{96B13A7D-F111-4315-BEB9-324D4A08FD81}" presName="dummy" presStyleCnt="0"/>
      <dgm:spPr/>
    </dgm:pt>
    <dgm:pt modelId="{0B3AB244-9306-4841-8761-92C2D5A952D0}" type="pres">
      <dgm:prSet presAssocID="{96B13A7D-F111-4315-BEB9-324D4A08FD81}" presName="node" presStyleLbl="revTx" presStyleIdx="0" presStyleCnt="3">
        <dgm:presLayoutVars>
          <dgm:bulletEnabled val="1"/>
        </dgm:presLayoutVars>
      </dgm:prSet>
      <dgm:spPr/>
    </dgm:pt>
    <dgm:pt modelId="{FFDCE926-72A4-476D-BA26-7D1C81F9F21F}" type="pres">
      <dgm:prSet presAssocID="{2D0C1956-96A5-47C1-AC3B-E65C7C7043B0}" presName="sibTrans" presStyleLbl="node1" presStyleIdx="0" presStyleCnt="3"/>
      <dgm:spPr/>
    </dgm:pt>
    <dgm:pt modelId="{FD2867EC-956B-4E30-8A53-AFA080C7CE54}" type="pres">
      <dgm:prSet presAssocID="{7C2AFD25-D94E-4464-B7B8-9FBB7402A2E2}" presName="dummy" presStyleCnt="0"/>
      <dgm:spPr/>
    </dgm:pt>
    <dgm:pt modelId="{0F9B8512-CA9A-4195-AB9F-83874EA6AD72}" type="pres">
      <dgm:prSet presAssocID="{7C2AFD25-D94E-4464-B7B8-9FBB7402A2E2}" presName="node" presStyleLbl="revTx" presStyleIdx="1" presStyleCnt="3">
        <dgm:presLayoutVars>
          <dgm:bulletEnabled val="1"/>
        </dgm:presLayoutVars>
      </dgm:prSet>
      <dgm:spPr/>
    </dgm:pt>
    <dgm:pt modelId="{C1B900C1-CD2E-4B6A-AA86-0750C94CA5E0}" type="pres">
      <dgm:prSet presAssocID="{3260C633-3D36-45A9-B36B-EE04F24E0951}" presName="sibTrans" presStyleLbl="node1" presStyleIdx="1" presStyleCnt="3"/>
      <dgm:spPr/>
    </dgm:pt>
    <dgm:pt modelId="{49E97E36-0CDE-44AD-B645-F5AB4E74C8D0}" type="pres">
      <dgm:prSet presAssocID="{4193C873-2F69-410F-B6DE-76929A4A8668}" presName="dummy" presStyleCnt="0"/>
      <dgm:spPr/>
    </dgm:pt>
    <dgm:pt modelId="{89C28F0E-2910-45FB-880F-6B2E8B435A8D}" type="pres">
      <dgm:prSet presAssocID="{4193C873-2F69-410F-B6DE-76929A4A8668}" presName="node" presStyleLbl="revTx" presStyleIdx="2" presStyleCnt="3">
        <dgm:presLayoutVars>
          <dgm:bulletEnabled val="1"/>
        </dgm:presLayoutVars>
      </dgm:prSet>
      <dgm:spPr/>
    </dgm:pt>
    <dgm:pt modelId="{01194490-17A6-4203-A025-9E18DD4191A0}" type="pres">
      <dgm:prSet presAssocID="{73742812-29E8-47B1-8446-FF85B2C869BC}" presName="sibTrans" presStyleLbl="node1" presStyleIdx="2" presStyleCnt="3" custScaleX="107635" custScaleY="111853"/>
      <dgm:spPr/>
    </dgm:pt>
  </dgm:ptLst>
  <dgm:cxnLst>
    <dgm:cxn modelId="{B6BD5030-7E16-44CA-9AE8-3940F0750D81}" srcId="{A28EA969-C046-4910-8169-F1D6E5500B81}" destId="{4193C873-2F69-410F-B6DE-76929A4A8668}" srcOrd="2" destOrd="0" parTransId="{57CEFE17-6CF9-4084-A818-EA70A7BC9131}" sibTransId="{73742812-29E8-47B1-8446-FF85B2C869BC}"/>
    <dgm:cxn modelId="{FD272238-E5FE-4818-B966-5A6A4C36278A}" type="presOf" srcId="{96B13A7D-F111-4315-BEB9-324D4A08FD81}" destId="{0B3AB244-9306-4841-8761-92C2D5A952D0}" srcOrd="0" destOrd="0" presId="urn:microsoft.com/office/officeart/2005/8/layout/cycle1"/>
    <dgm:cxn modelId="{21459B38-5040-4913-8BB2-378F36B4BB20}" srcId="{A28EA969-C046-4910-8169-F1D6E5500B81}" destId="{7C2AFD25-D94E-4464-B7B8-9FBB7402A2E2}" srcOrd="1" destOrd="0" parTransId="{3AA00F09-0842-4BCA-B31C-0629DBB6E6C2}" sibTransId="{3260C633-3D36-45A9-B36B-EE04F24E0951}"/>
    <dgm:cxn modelId="{9991285C-AEA4-4652-A96D-FC18C3441047}" type="presOf" srcId="{7C2AFD25-D94E-4464-B7B8-9FBB7402A2E2}" destId="{0F9B8512-CA9A-4195-AB9F-83874EA6AD72}" srcOrd="0" destOrd="0" presId="urn:microsoft.com/office/officeart/2005/8/layout/cycle1"/>
    <dgm:cxn modelId="{A199C068-23F5-4806-981B-F13527026DD2}" type="presOf" srcId="{2D0C1956-96A5-47C1-AC3B-E65C7C7043B0}" destId="{FFDCE926-72A4-476D-BA26-7D1C81F9F21F}" srcOrd="0" destOrd="0" presId="urn:microsoft.com/office/officeart/2005/8/layout/cycle1"/>
    <dgm:cxn modelId="{018E9771-055A-4482-AEF7-F6F5BA0CB7CD}" type="presOf" srcId="{A28EA969-C046-4910-8169-F1D6E5500B81}" destId="{10AD3296-C578-4373-AA13-C77003DB7A92}" srcOrd="0" destOrd="0" presId="urn:microsoft.com/office/officeart/2005/8/layout/cycle1"/>
    <dgm:cxn modelId="{9673848E-FEE9-4722-BDC9-C8D5C06B15FF}" type="presOf" srcId="{3260C633-3D36-45A9-B36B-EE04F24E0951}" destId="{C1B900C1-CD2E-4B6A-AA86-0750C94CA5E0}" srcOrd="0" destOrd="0" presId="urn:microsoft.com/office/officeart/2005/8/layout/cycle1"/>
    <dgm:cxn modelId="{5609EB9D-87A8-48F1-81AA-DE931BE66698}" srcId="{A28EA969-C046-4910-8169-F1D6E5500B81}" destId="{96B13A7D-F111-4315-BEB9-324D4A08FD81}" srcOrd="0" destOrd="0" parTransId="{142E33EF-D2D0-4736-B70F-02ECB734C7FB}" sibTransId="{2D0C1956-96A5-47C1-AC3B-E65C7C7043B0}"/>
    <dgm:cxn modelId="{9A5E20AE-42F1-4029-A5BC-F2D81298BD7D}" type="presOf" srcId="{4193C873-2F69-410F-B6DE-76929A4A8668}" destId="{89C28F0E-2910-45FB-880F-6B2E8B435A8D}" srcOrd="0" destOrd="0" presId="urn:microsoft.com/office/officeart/2005/8/layout/cycle1"/>
    <dgm:cxn modelId="{E8DDFFFE-886D-49DC-86CA-2197239C4E1A}" type="presOf" srcId="{73742812-29E8-47B1-8446-FF85B2C869BC}" destId="{01194490-17A6-4203-A025-9E18DD4191A0}" srcOrd="0" destOrd="0" presId="urn:microsoft.com/office/officeart/2005/8/layout/cycle1"/>
    <dgm:cxn modelId="{6C58BC15-919C-46C6-B065-49923A822981}" type="presParOf" srcId="{10AD3296-C578-4373-AA13-C77003DB7A92}" destId="{9DB652BC-029E-4B0C-9079-29663684D387}" srcOrd="0" destOrd="0" presId="urn:microsoft.com/office/officeart/2005/8/layout/cycle1"/>
    <dgm:cxn modelId="{BDA6D331-B891-411A-9748-7BB030A5B882}" type="presParOf" srcId="{10AD3296-C578-4373-AA13-C77003DB7A92}" destId="{0B3AB244-9306-4841-8761-92C2D5A952D0}" srcOrd="1" destOrd="0" presId="urn:microsoft.com/office/officeart/2005/8/layout/cycle1"/>
    <dgm:cxn modelId="{AF2F8DDD-2E60-4C38-999A-567EDC04DB4A}" type="presParOf" srcId="{10AD3296-C578-4373-AA13-C77003DB7A92}" destId="{FFDCE926-72A4-476D-BA26-7D1C81F9F21F}" srcOrd="2" destOrd="0" presId="urn:microsoft.com/office/officeart/2005/8/layout/cycle1"/>
    <dgm:cxn modelId="{B908B543-8160-4A37-B81D-7BD8B6A9D123}" type="presParOf" srcId="{10AD3296-C578-4373-AA13-C77003DB7A92}" destId="{FD2867EC-956B-4E30-8A53-AFA080C7CE54}" srcOrd="3" destOrd="0" presId="urn:microsoft.com/office/officeart/2005/8/layout/cycle1"/>
    <dgm:cxn modelId="{D2EB0CB6-DAE2-4ED6-AA63-98E6880813B9}" type="presParOf" srcId="{10AD3296-C578-4373-AA13-C77003DB7A92}" destId="{0F9B8512-CA9A-4195-AB9F-83874EA6AD72}" srcOrd="4" destOrd="0" presId="urn:microsoft.com/office/officeart/2005/8/layout/cycle1"/>
    <dgm:cxn modelId="{AA5DAD77-9713-44F6-B566-1769BA87390F}" type="presParOf" srcId="{10AD3296-C578-4373-AA13-C77003DB7A92}" destId="{C1B900C1-CD2E-4B6A-AA86-0750C94CA5E0}" srcOrd="5" destOrd="0" presId="urn:microsoft.com/office/officeart/2005/8/layout/cycle1"/>
    <dgm:cxn modelId="{DBC8C9FF-61A3-47B4-A9FB-1C90E4577AFB}" type="presParOf" srcId="{10AD3296-C578-4373-AA13-C77003DB7A92}" destId="{49E97E36-0CDE-44AD-B645-F5AB4E74C8D0}" srcOrd="6" destOrd="0" presId="urn:microsoft.com/office/officeart/2005/8/layout/cycle1"/>
    <dgm:cxn modelId="{15B22F30-D229-4857-8893-E1A562E151AD}" type="presParOf" srcId="{10AD3296-C578-4373-AA13-C77003DB7A92}" destId="{89C28F0E-2910-45FB-880F-6B2E8B435A8D}" srcOrd="7" destOrd="0" presId="urn:microsoft.com/office/officeart/2005/8/layout/cycle1"/>
    <dgm:cxn modelId="{E529B155-15EC-46B9-9E9A-0B5F89BE0962}" type="presParOf" srcId="{10AD3296-C578-4373-AA13-C77003DB7A92}" destId="{01194490-17A6-4203-A025-9E18DD4191A0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BEE9B3-F485-4458-9A97-C21A58F9E46F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2E93DA0-2F50-40C2-9CCA-D415CDE3842A}">
      <dgm:prSet/>
      <dgm:spPr/>
      <dgm:t>
        <a:bodyPr/>
        <a:lstStyle/>
        <a:p>
          <a:r>
            <a:rPr lang="en-US"/>
            <a:t>• Correlation heatmap</a:t>
          </a:r>
        </a:p>
      </dgm:t>
    </dgm:pt>
    <dgm:pt modelId="{59D8E874-7DD4-4650-8BFF-BE21464C547B}" type="parTrans" cxnId="{D8DA1839-BEA7-440F-BECD-9685BD4174A2}">
      <dgm:prSet/>
      <dgm:spPr/>
      <dgm:t>
        <a:bodyPr/>
        <a:lstStyle/>
        <a:p>
          <a:endParaRPr lang="en-US"/>
        </a:p>
      </dgm:t>
    </dgm:pt>
    <dgm:pt modelId="{F19EA101-C740-4C26-AB81-596EDC3DA78B}" type="sibTrans" cxnId="{D8DA1839-BEA7-440F-BECD-9685BD4174A2}">
      <dgm:prSet/>
      <dgm:spPr/>
      <dgm:t>
        <a:bodyPr/>
        <a:lstStyle/>
        <a:p>
          <a:endParaRPr lang="en-US"/>
        </a:p>
      </dgm:t>
    </dgm:pt>
    <dgm:pt modelId="{970698A6-0D16-428B-ACB9-310B4B53592B}">
      <dgm:prSet/>
      <dgm:spPr/>
      <dgm:t>
        <a:bodyPr/>
        <a:lstStyle/>
        <a:p>
          <a:r>
            <a:rPr lang="en-US"/>
            <a:t>• Humidity negatively correlates with temperature</a:t>
          </a:r>
        </a:p>
      </dgm:t>
    </dgm:pt>
    <dgm:pt modelId="{F71C265E-BEFE-476A-AB05-13471A601DAD}" type="parTrans" cxnId="{141DB4AF-ADCC-43F8-BBDB-53CE942CDC41}">
      <dgm:prSet/>
      <dgm:spPr/>
      <dgm:t>
        <a:bodyPr/>
        <a:lstStyle/>
        <a:p>
          <a:endParaRPr lang="en-US"/>
        </a:p>
      </dgm:t>
    </dgm:pt>
    <dgm:pt modelId="{63E810C5-00F4-47F7-B82D-203AE56DF979}" type="sibTrans" cxnId="{141DB4AF-ADCC-43F8-BBDB-53CE942CDC41}">
      <dgm:prSet/>
      <dgm:spPr/>
      <dgm:t>
        <a:bodyPr/>
        <a:lstStyle/>
        <a:p>
          <a:endParaRPr lang="en-US"/>
        </a:p>
      </dgm:t>
    </dgm:pt>
    <dgm:pt modelId="{92D0748D-EEE4-4799-9811-BE635871136A}" type="pres">
      <dgm:prSet presAssocID="{A0BEE9B3-F485-4458-9A97-C21A58F9E46F}" presName="diagram" presStyleCnt="0">
        <dgm:presLayoutVars>
          <dgm:dir/>
          <dgm:resizeHandles val="exact"/>
        </dgm:presLayoutVars>
      </dgm:prSet>
      <dgm:spPr/>
    </dgm:pt>
    <dgm:pt modelId="{2985F1C7-A019-4DB3-BD6D-B57C1A4FD406}" type="pres">
      <dgm:prSet presAssocID="{82E93DA0-2F50-40C2-9CCA-D415CDE3842A}" presName="arrow" presStyleLbl="node1" presStyleIdx="0" presStyleCnt="2">
        <dgm:presLayoutVars>
          <dgm:bulletEnabled val="1"/>
        </dgm:presLayoutVars>
      </dgm:prSet>
      <dgm:spPr/>
    </dgm:pt>
    <dgm:pt modelId="{0CDFB4E3-2A76-4560-AFEA-2DF333FA2309}" type="pres">
      <dgm:prSet presAssocID="{970698A6-0D16-428B-ACB9-310B4B53592B}" presName="arrow" presStyleLbl="node1" presStyleIdx="1" presStyleCnt="2">
        <dgm:presLayoutVars>
          <dgm:bulletEnabled val="1"/>
        </dgm:presLayoutVars>
      </dgm:prSet>
      <dgm:spPr/>
    </dgm:pt>
  </dgm:ptLst>
  <dgm:cxnLst>
    <dgm:cxn modelId="{0E5D4638-B839-401A-B038-2BD9CF21AB0C}" type="presOf" srcId="{A0BEE9B3-F485-4458-9A97-C21A58F9E46F}" destId="{92D0748D-EEE4-4799-9811-BE635871136A}" srcOrd="0" destOrd="0" presId="urn:microsoft.com/office/officeart/2005/8/layout/arrow5"/>
    <dgm:cxn modelId="{D8DA1839-BEA7-440F-BECD-9685BD4174A2}" srcId="{A0BEE9B3-F485-4458-9A97-C21A58F9E46F}" destId="{82E93DA0-2F50-40C2-9CCA-D415CDE3842A}" srcOrd="0" destOrd="0" parTransId="{59D8E874-7DD4-4650-8BFF-BE21464C547B}" sibTransId="{F19EA101-C740-4C26-AB81-596EDC3DA78B}"/>
    <dgm:cxn modelId="{43F19D86-3700-4D99-A84E-3D3D39BFEE25}" type="presOf" srcId="{82E93DA0-2F50-40C2-9CCA-D415CDE3842A}" destId="{2985F1C7-A019-4DB3-BD6D-B57C1A4FD406}" srcOrd="0" destOrd="0" presId="urn:microsoft.com/office/officeart/2005/8/layout/arrow5"/>
    <dgm:cxn modelId="{141DB4AF-ADCC-43F8-BBDB-53CE942CDC41}" srcId="{A0BEE9B3-F485-4458-9A97-C21A58F9E46F}" destId="{970698A6-0D16-428B-ACB9-310B4B53592B}" srcOrd="1" destOrd="0" parTransId="{F71C265E-BEFE-476A-AB05-13471A601DAD}" sibTransId="{63E810C5-00F4-47F7-B82D-203AE56DF979}"/>
    <dgm:cxn modelId="{53C6C7B6-8949-4441-9E68-B9EB76D5D917}" type="presOf" srcId="{970698A6-0D16-428B-ACB9-310B4B53592B}" destId="{0CDFB4E3-2A76-4560-AFEA-2DF333FA2309}" srcOrd="0" destOrd="0" presId="urn:microsoft.com/office/officeart/2005/8/layout/arrow5"/>
    <dgm:cxn modelId="{52F3D6A8-9DD4-477C-835B-99C5A113FD13}" type="presParOf" srcId="{92D0748D-EEE4-4799-9811-BE635871136A}" destId="{2985F1C7-A019-4DB3-BD6D-B57C1A4FD406}" srcOrd="0" destOrd="0" presId="urn:microsoft.com/office/officeart/2005/8/layout/arrow5"/>
    <dgm:cxn modelId="{85EEA667-028C-4E72-9970-D193D189880B}" type="presParOf" srcId="{92D0748D-EEE4-4799-9811-BE635871136A}" destId="{0CDFB4E3-2A76-4560-AFEA-2DF333FA2309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181CEF-F8DC-4DE4-87A3-940CF9F25A7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2E17B6E-A715-435A-859B-ACB125C95606}">
      <dgm:prSet/>
      <dgm:spPr/>
      <dgm:t>
        <a:bodyPr/>
        <a:lstStyle/>
        <a:p>
          <a:r>
            <a:rPr lang="en-US"/>
            <a:t>• Random Forest outperformed Linear Regression.</a:t>
          </a:r>
        </a:p>
      </dgm:t>
    </dgm:pt>
    <dgm:pt modelId="{417B1BEC-0BD2-40A8-8459-183697373F88}" type="parTrans" cxnId="{81F6F437-C636-4F3C-B434-B7A11C5A272E}">
      <dgm:prSet/>
      <dgm:spPr/>
      <dgm:t>
        <a:bodyPr/>
        <a:lstStyle/>
        <a:p>
          <a:endParaRPr lang="en-US"/>
        </a:p>
      </dgm:t>
    </dgm:pt>
    <dgm:pt modelId="{9EEDA0F1-B45D-44A5-9A79-A93B076CE47D}" type="sibTrans" cxnId="{81F6F437-C636-4F3C-B434-B7A11C5A272E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BE685ADC-E921-423A-9089-D859C57921F0}">
      <dgm:prSet/>
      <dgm:spPr/>
      <dgm:t>
        <a:bodyPr/>
        <a:lstStyle/>
        <a:p>
          <a:r>
            <a:rPr lang="en-US"/>
            <a:t>• UV Index and Pressure were the strongest predictors.</a:t>
          </a:r>
        </a:p>
      </dgm:t>
    </dgm:pt>
    <dgm:pt modelId="{11BA1875-6D1E-4792-8716-8883C22E5F0D}" type="parTrans" cxnId="{D5B49C3B-5C53-41F2-8522-D4987D39D234}">
      <dgm:prSet/>
      <dgm:spPr/>
      <dgm:t>
        <a:bodyPr/>
        <a:lstStyle/>
        <a:p>
          <a:endParaRPr lang="en-US"/>
        </a:p>
      </dgm:t>
    </dgm:pt>
    <dgm:pt modelId="{54161097-640F-4906-9CC0-3C1D0B3B6ACE}" type="sibTrans" cxnId="{D5B49C3B-5C53-41F2-8522-D4987D39D234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E79C0C3D-2FFC-425C-A08B-A35D654F85C8}">
      <dgm:prSet/>
      <dgm:spPr/>
      <dgm:t>
        <a:bodyPr/>
        <a:lstStyle/>
        <a:p>
          <a:r>
            <a:rPr lang="en-US"/>
            <a:t>• Suitable for weather forecasting.</a:t>
          </a:r>
        </a:p>
      </dgm:t>
    </dgm:pt>
    <dgm:pt modelId="{3B17FCFC-470B-47EF-AADD-DC936A333ACA}" type="parTrans" cxnId="{DD367F21-33CF-4D2C-A6C1-09AA633ACD5E}">
      <dgm:prSet/>
      <dgm:spPr/>
      <dgm:t>
        <a:bodyPr/>
        <a:lstStyle/>
        <a:p>
          <a:endParaRPr lang="en-US"/>
        </a:p>
      </dgm:t>
    </dgm:pt>
    <dgm:pt modelId="{904290AA-1238-458E-9B6E-C2FECD847354}" type="sibTrans" cxnId="{DD367F21-33CF-4D2C-A6C1-09AA633ACD5E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55F44D14-40D7-419B-A345-533ECC989242}" type="pres">
      <dgm:prSet presAssocID="{6E181CEF-F8DC-4DE4-87A3-940CF9F25A7A}" presName="Name0" presStyleCnt="0">
        <dgm:presLayoutVars>
          <dgm:animLvl val="lvl"/>
          <dgm:resizeHandles val="exact"/>
        </dgm:presLayoutVars>
      </dgm:prSet>
      <dgm:spPr/>
    </dgm:pt>
    <dgm:pt modelId="{5BEDB1E8-E78F-4FE5-967D-DAD4167A7468}" type="pres">
      <dgm:prSet presAssocID="{92E17B6E-A715-435A-859B-ACB125C95606}" presName="compositeNode" presStyleCnt="0">
        <dgm:presLayoutVars>
          <dgm:bulletEnabled val="1"/>
        </dgm:presLayoutVars>
      </dgm:prSet>
      <dgm:spPr/>
    </dgm:pt>
    <dgm:pt modelId="{14AA43F0-F28C-4674-94AF-8BA9F6DD5FD1}" type="pres">
      <dgm:prSet presAssocID="{92E17B6E-A715-435A-859B-ACB125C95606}" presName="bgRect" presStyleLbl="bgAccFollowNode1" presStyleIdx="0" presStyleCnt="3"/>
      <dgm:spPr/>
    </dgm:pt>
    <dgm:pt modelId="{B37274B5-6EC6-444A-A870-66F02AD0BEAF}" type="pres">
      <dgm:prSet presAssocID="{9EEDA0F1-B45D-44A5-9A79-A93B076CE47D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2568ECE7-9AC0-4F70-A2F3-C1E2D44EEFFC}" type="pres">
      <dgm:prSet presAssocID="{92E17B6E-A715-435A-859B-ACB125C95606}" presName="bottomLine" presStyleLbl="alignNode1" presStyleIdx="1" presStyleCnt="6">
        <dgm:presLayoutVars/>
      </dgm:prSet>
      <dgm:spPr/>
    </dgm:pt>
    <dgm:pt modelId="{82A7F12F-12F5-4787-BAE4-E7A95F1278B2}" type="pres">
      <dgm:prSet presAssocID="{92E17B6E-A715-435A-859B-ACB125C95606}" presName="nodeText" presStyleLbl="bgAccFollowNode1" presStyleIdx="0" presStyleCnt="3">
        <dgm:presLayoutVars>
          <dgm:bulletEnabled val="1"/>
        </dgm:presLayoutVars>
      </dgm:prSet>
      <dgm:spPr/>
    </dgm:pt>
    <dgm:pt modelId="{90494C3A-173A-475C-B14C-2203DCEF33DE}" type="pres">
      <dgm:prSet presAssocID="{9EEDA0F1-B45D-44A5-9A79-A93B076CE47D}" presName="sibTrans" presStyleCnt="0"/>
      <dgm:spPr/>
    </dgm:pt>
    <dgm:pt modelId="{50A94333-8374-427B-86F0-0C3AA68D6FD9}" type="pres">
      <dgm:prSet presAssocID="{BE685ADC-E921-423A-9089-D859C57921F0}" presName="compositeNode" presStyleCnt="0">
        <dgm:presLayoutVars>
          <dgm:bulletEnabled val="1"/>
        </dgm:presLayoutVars>
      </dgm:prSet>
      <dgm:spPr/>
    </dgm:pt>
    <dgm:pt modelId="{2694A226-EFCA-4854-9083-AE5E75862B46}" type="pres">
      <dgm:prSet presAssocID="{BE685ADC-E921-423A-9089-D859C57921F0}" presName="bgRect" presStyleLbl="bgAccFollowNode1" presStyleIdx="1" presStyleCnt="3"/>
      <dgm:spPr/>
    </dgm:pt>
    <dgm:pt modelId="{B64E951F-9066-4AEC-A74F-B52F3AB59825}" type="pres">
      <dgm:prSet presAssocID="{54161097-640F-4906-9CC0-3C1D0B3B6ACE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8808C5E6-8721-4E95-817C-432DB5594F07}" type="pres">
      <dgm:prSet presAssocID="{BE685ADC-E921-423A-9089-D859C57921F0}" presName="bottomLine" presStyleLbl="alignNode1" presStyleIdx="3" presStyleCnt="6">
        <dgm:presLayoutVars/>
      </dgm:prSet>
      <dgm:spPr/>
    </dgm:pt>
    <dgm:pt modelId="{1FFBEB25-E1EB-484B-AFBF-D41694EF8BF5}" type="pres">
      <dgm:prSet presAssocID="{BE685ADC-E921-423A-9089-D859C57921F0}" presName="nodeText" presStyleLbl="bgAccFollowNode1" presStyleIdx="1" presStyleCnt="3">
        <dgm:presLayoutVars>
          <dgm:bulletEnabled val="1"/>
        </dgm:presLayoutVars>
      </dgm:prSet>
      <dgm:spPr/>
    </dgm:pt>
    <dgm:pt modelId="{CBBD7715-7744-40BC-8D9A-ED3A2CF15AA5}" type="pres">
      <dgm:prSet presAssocID="{54161097-640F-4906-9CC0-3C1D0B3B6ACE}" presName="sibTrans" presStyleCnt="0"/>
      <dgm:spPr/>
    </dgm:pt>
    <dgm:pt modelId="{83B0BF0B-FB56-4198-BA56-597DAA2A8454}" type="pres">
      <dgm:prSet presAssocID="{E79C0C3D-2FFC-425C-A08B-A35D654F85C8}" presName="compositeNode" presStyleCnt="0">
        <dgm:presLayoutVars>
          <dgm:bulletEnabled val="1"/>
        </dgm:presLayoutVars>
      </dgm:prSet>
      <dgm:spPr/>
    </dgm:pt>
    <dgm:pt modelId="{A7909B32-88D7-45CC-A036-F6A7F909D5BF}" type="pres">
      <dgm:prSet presAssocID="{E79C0C3D-2FFC-425C-A08B-A35D654F85C8}" presName="bgRect" presStyleLbl="bgAccFollowNode1" presStyleIdx="2" presStyleCnt="3"/>
      <dgm:spPr/>
    </dgm:pt>
    <dgm:pt modelId="{30A9FB5E-5D74-4029-9D6D-14B6F5501E86}" type="pres">
      <dgm:prSet presAssocID="{904290AA-1238-458E-9B6E-C2FECD847354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C0BC0F7-7B8D-411B-ABD8-C1517473AC35}" type="pres">
      <dgm:prSet presAssocID="{E79C0C3D-2FFC-425C-A08B-A35D654F85C8}" presName="bottomLine" presStyleLbl="alignNode1" presStyleIdx="5" presStyleCnt="6">
        <dgm:presLayoutVars/>
      </dgm:prSet>
      <dgm:spPr/>
    </dgm:pt>
    <dgm:pt modelId="{599966B3-933D-44D3-94B1-DD7A940F456A}" type="pres">
      <dgm:prSet presAssocID="{E79C0C3D-2FFC-425C-A08B-A35D654F85C8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017C4E0F-60B6-4EE1-BCFB-C170F79F0E0C}" type="presOf" srcId="{92E17B6E-A715-435A-859B-ACB125C95606}" destId="{82A7F12F-12F5-4787-BAE4-E7A95F1278B2}" srcOrd="1" destOrd="0" presId="urn:microsoft.com/office/officeart/2016/7/layout/BasicLinearProcessNumbered"/>
    <dgm:cxn modelId="{DD367F21-33CF-4D2C-A6C1-09AA633ACD5E}" srcId="{6E181CEF-F8DC-4DE4-87A3-940CF9F25A7A}" destId="{E79C0C3D-2FFC-425C-A08B-A35D654F85C8}" srcOrd="2" destOrd="0" parTransId="{3B17FCFC-470B-47EF-AADD-DC936A333ACA}" sibTransId="{904290AA-1238-458E-9B6E-C2FECD847354}"/>
    <dgm:cxn modelId="{BF38F026-EE33-409F-8878-46A4090EECF0}" type="presOf" srcId="{E79C0C3D-2FFC-425C-A08B-A35D654F85C8}" destId="{A7909B32-88D7-45CC-A036-F6A7F909D5BF}" srcOrd="0" destOrd="0" presId="urn:microsoft.com/office/officeart/2016/7/layout/BasicLinearProcessNumbered"/>
    <dgm:cxn modelId="{81F6F437-C636-4F3C-B434-B7A11C5A272E}" srcId="{6E181CEF-F8DC-4DE4-87A3-940CF9F25A7A}" destId="{92E17B6E-A715-435A-859B-ACB125C95606}" srcOrd="0" destOrd="0" parTransId="{417B1BEC-0BD2-40A8-8459-183697373F88}" sibTransId="{9EEDA0F1-B45D-44A5-9A79-A93B076CE47D}"/>
    <dgm:cxn modelId="{D5B49C3B-5C53-41F2-8522-D4987D39D234}" srcId="{6E181CEF-F8DC-4DE4-87A3-940CF9F25A7A}" destId="{BE685ADC-E921-423A-9089-D859C57921F0}" srcOrd="1" destOrd="0" parTransId="{11BA1875-6D1E-4792-8716-8883C22E5F0D}" sibTransId="{54161097-640F-4906-9CC0-3C1D0B3B6ACE}"/>
    <dgm:cxn modelId="{2830865B-E0FC-4818-9295-97CF6B5681DA}" type="presOf" srcId="{904290AA-1238-458E-9B6E-C2FECD847354}" destId="{30A9FB5E-5D74-4029-9D6D-14B6F5501E86}" srcOrd="0" destOrd="0" presId="urn:microsoft.com/office/officeart/2016/7/layout/BasicLinearProcessNumbered"/>
    <dgm:cxn modelId="{629D8B5B-B7EA-4E60-BF3D-2085C9A9EC5A}" type="presOf" srcId="{E79C0C3D-2FFC-425C-A08B-A35D654F85C8}" destId="{599966B3-933D-44D3-94B1-DD7A940F456A}" srcOrd="1" destOrd="0" presId="urn:microsoft.com/office/officeart/2016/7/layout/BasicLinearProcessNumbered"/>
    <dgm:cxn modelId="{E81F7D6B-B319-4083-8E83-3510AE009A5F}" type="presOf" srcId="{54161097-640F-4906-9CC0-3C1D0B3B6ACE}" destId="{B64E951F-9066-4AEC-A74F-B52F3AB59825}" srcOrd="0" destOrd="0" presId="urn:microsoft.com/office/officeart/2016/7/layout/BasicLinearProcessNumbered"/>
    <dgm:cxn modelId="{59A37F6B-9CCC-4D58-9B28-1311BDED5F40}" type="presOf" srcId="{92E17B6E-A715-435A-859B-ACB125C95606}" destId="{14AA43F0-F28C-4674-94AF-8BA9F6DD5FD1}" srcOrd="0" destOrd="0" presId="urn:microsoft.com/office/officeart/2016/7/layout/BasicLinearProcessNumbered"/>
    <dgm:cxn modelId="{C70C2E88-5F09-4C1C-9E24-151DABA4C215}" type="presOf" srcId="{6E181CEF-F8DC-4DE4-87A3-940CF9F25A7A}" destId="{55F44D14-40D7-419B-A345-533ECC989242}" srcOrd="0" destOrd="0" presId="urn:microsoft.com/office/officeart/2016/7/layout/BasicLinearProcessNumbered"/>
    <dgm:cxn modelId="{D4D6BC8F-564E-4982-ADA6-AD563BB41C1D}" type="presOf" srcId="{BE685ADC-E921-423A-9089-D859C57921F0}" destId="{2694A226-EFCA-4854-9083-AE5E75862B46}" srcOrd="0" destOrd="0" presId="urn:microsoft.com/office/officeart/2016/7/layout/BasicLinearProcessNumbered"/>
    <dgm:cxn modelId="{C0FEDCDD-7724-4853-9700-1FA8E745FD24}" type="presOf" srcId="{BE685ADC-E921-423A-9089-D859C57921F0}" destId="{1FFBEB25-E1EB-484B-AFBF-D41694EF8BF5}" srcOrd="1" destOrd="0" presId="urn:microsoft.com/office/officeart/2016/7/layout/BasicLinearProcessNumbered"/>
    <dgm:cxn modelId="{D52214E7-2BF4-47B7-94B3-100AC8EBDCBF}" type="presOf" srcId="{9EEDA0F1-B45D-44A5-9A79-A93B076CE47D}" destId="{B37274B5-6EC6-444A-A870-66F02AD0BEAF}" srcOrd="0" destOrd="0" presId="urn:microsoft.com/office/officeart/2016/7/layout/BasicLinearProcessNumbered"/>
    <dgm:cxn modelId="{2C71F859-82C5-4795-AA17-111E3738E1BC}" type="presParOf" srcId="{55F44D14-40D7-419B-A345-533ECC989242}" destId="{5BEDB1E8-E78F-4FE5-967D-DAD4167A7468}" srcOrd="0" destOrd="0" presId="urn:microsoft.com/office/officeart/2016/7/layout/BasicLinearProcessNumbered"/>
    <dgm:cxn modelId="{960DB448-4D73-4459-95C4-441A0F200DCC}" type="presParOf" srcId="{5BEDB1E8-E78F-4FE5-967D-DAD4167A7468}" destId="{14AA43F0-F28C-4674-94AF-8BA9F6DD5FD1}" srcOrd="0" destOrd="0" presId="urn:microsoft.com/office/officeart/2016/7/layout/BasicLinearProcessNumbered"/>
    <dgm:cxn modelId="{47B44494-3C27-4698-BAC3-55B4DE96C5A4}" type="presParOf" srcId="{5BEDB1E8-E78F-4FE5-967D-DAD4167A7468}" destId="{B37274B5-6EC6-444A-A870-66F02AD0BEAF}" srcOrd="1" destOrd="0" presId="urn:microsoft.com/office/officeart/2016/7/layout/BasicLinearProcessNumbered"/>
    <dgm:cxn modelId="{4087FD88-9E1E-4F24-9447-E1F0BC01F69C}" type="presParOf" srcId="{5BEDB1E8-E78F-4FE5-967D-DAD4167A7468}" destId="{2568ECE7-9AC0-4F70-A2F3-C1E2D44EEFFC}" srcOrd="2" destOrd="0" presId="urn:microsoft.com/office/officeart/2016/7/layout/BasicLinearProcessNumbered"/>
    <dgm:cxn modelId="{DB79BC3C-DDB3-4348-A1EE-B632D2AB754E}" type="presParOf" srcId="{5BEDB1E8-E78F-4FE5-967D-DAD4167A7468}" destId="{82A7F12F-12F5-4787-BAE4-E7A95F1278B2}" srcOrd="3" destOrd="0" presId="urn:microsoft.com/office/officeart/2016/7/layout/BasicLinearProcessNumbered"/>
    <dgm:cxn modelId="{3C8B440C-02AB-4B37-8E01-B9F9D53E0EC2}" type="presParOf" srcId="{55F44D14-40D7-419B-A345-533ECC989242}" destId="{90494C3A-173A-475C-B14C-2203DCEF33DE}" srcOrd="1" destOrd="0" presId="urn:microsoft.com/office/officeart/2016/7/layout/BasicLinearProcessNumbered"/>
    <dgm:cxn modelId="{2DF16A15-5B79-4C0F-9A6B-361204AA0B7C}" type="presParOf" srcId="{55F44D14-40D7-419B-A345-533ECC989242}" destId="{50A94333-8374-427B-86F0-0C3AA68D6FD9}" srcOrd="2" destOrd="0" presId="urn:microsoft.com/office/officeart/2016/7/layout/BasicLinearProcessNumbered"/>
    <dgm:cxn modelId="{52A87812-5D0F-4ACE-9C17-B97B20A5CAA3}" type="presParOf" srcId="{50A94333-8374-427B-86F0-0C3AA68D6FD9}" destId="{2694A226-EFCA-4854-9083-AE5E75862B46}" srcOrd="0" destOrd="0" presId="urn:microsoft.com/office/officeart/2016/7/layout/BasicLinearProcessNumbered"/>
    <dgm:cxn modelId="{5C70212D-0CCF-4627-B571-65FC39800CA5}" type="presParOf" srcId="{50A94333-8374-427B-86F0-0C3AA68D6FD9}" destId="{B64E951F-9066-4AEC-A74F-B52F3AB59825}" srcOrd="1" destOrd="0" presId="urn:microsoft.com/office/officeart/2016/7/layout/BasicLinearProcessNumbered"/>
    <dgm:cxn modelId="{20B616B6-FF9E-443A-B743-74A6EF831B7F}" type="presParOf" srcId="{50A94333-8374-427B-86F0-0C3AA68D6FD9}" destId="{8808C5E6-8721-4E95-817C-432DB5594F07}" srcOrd="2" destOrd="0" presId="urn:microsoft.com/office/officeart/2016/7/layout/BasicLinearProcessNumbered"/>
    <dgm:cxn modelId="{CF9A257A-C5C0-4372-B2FC-6B53761FC775}" type="presParOf" srcId="{50A94333-8374-427B-86F0-0C3AA68D6FD9}" destId="{1FFBEB25-E1EB-484B-AFBF-D41694EF8BF5}" srcOrd="3" destOrd="0" presId="urn:microsoft.com/office/officeart/2016/7/layout/BasicLinearProcessNumbered"/>
    <dgm:cxn modelId="{DBEEC594-3C28-4FE1-8EC0-78404FB3F7A5}" type="presParOf" srcId="{55F44D14-40D7-419B-A345-533ECC989242}" destId="{CBBD7715-7744-40BC-8D9A-ED3A2CF15AA5}" srcOrd="3" destOrd="0" presId="urn:microsoft.com/office/officeart/2016/7/layout/BasicLinearProcessNumbered"/>
    <dgm:cxn modelId="{333C89B3-1660-4B03-AAC7-1C32AF9DD63A}" type="presParOf" srcId="{55F44D14-40D7-419B-A345-533ECC989242}" destId="{83B0BF0B-FB56-4198-BA56-597DAA2A8454}" srcOrd="4" destOrd="0" presId="urn:microsoft.com/office/officeart/2016/7/layout/BasicLinearProcessNumbered"/>
    <dgm:cxn modelId="{E0CBB97A-2C37-47DB-8B80-4C8C5AAABF68}" type="presParOf" srcId="{83B0BF0B-FB56-4198-BA56-597DAA2A8454}" destId="{A7909B32-88D7-45CC-A036-F6A7F909D5BF}" srcOrd="0" destOrd="0" presId="urn:microsoft.com/office/officeart/2016/7/layout/BasicLinearProcessNumbered"/>
    <dgm:cxn modelId="{9BD2A94A-3E77-47CE-8293-A1896CDD6B0B}" type="presParOf" srcId="{83B0BF0B-FB56-4198-BA56-597DAA2A8454}" destId="{30A9FB5E-5D74-4029-9D6D-14B6F5501E86}" srcOrd="1" destOrd="0" presId="urn:microsoft.com/office/officeart/2016/7/layout/BasicLinearProcessNumbered"/>
    <dgm:cxn modelId="{EF8F4EF0-53CC-41A6-AC83-1A97754FD489}" type="presParOf" srcId="{83B0BF0B-FB56-4198-BA56-597DAA2A8454}" destId="{6C0BC0F7-7B8D-411B-ABD8-C1517473AC35}" srcOrd="2" destOrd="0" presId="urn:microsoft.com/office/officeart/2016/7/layout/BasicLinearProcessNumbered"/>
    <dgm:cxn modelId="{D06D4CD5-15DF-4310-9A9A-56FA2893C939}" type="presParOf" srcId="{83B0BF0B-FB56-4198-BA56-597DAA2A8454}" destId="{599966B3-933D-44D3-94B1-DD7A940F456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2D222-0E23-4DD3-B7B5-DBBB9712C95C}">
      <dsp:nvSpPr>
        <dsp:cNvPr id="0" name=""/>
        <dsp:cNvSpPr/>
      </dsp:nvSpPr>
      <dsp:spPr>
        <a:xfrm>
          <a:off x="1274623" y="445247"/>
          <a:ext cx="2205632" cy="220563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Filled missing values</a:t>
          </a:r>
        </a:p>
      </dsp:txBody>
      <dsp:txXfrm>
        <a:off x="1826031" y="445247"/>
        <a:ext cx="1102816" cy="1819646"/>
      </dsp:txXfrm>
    </dsp:sp>
    <dsp:sp modelId="{CA908866-1461-4882-9783-A5CF05E2F008}">
      <dsp:nvSpPr>
        <dsp:cNvPr id="0" name=""/>
        <dsp:cNvSpPr/>
      </dsp:nvSpPr>
      <dsp:spPr>
        <a:xfrm rot="7200000">
          <a:off x="2549062" y="2652639"/>
          <a:ext cx="2205632" cy="220563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Removed duplicates</a:t>
          </a:r>
        </a:p>
      </dsp:txBody>
      <dsp:txXfrm rot="-5400000">
        <a:off x="2909192" y="3300544"/>
        <a:ext cx="1819646" cy="1102816"/>
      </dsp:txXfrm>
    </dsp:sp>
    <dsp:sp modelId="{F7018326-6CED-40ED-878B-808590DC3B4B}">
      <dsp:nvSpPr>
        <dsp:cNvPr id="0" name=""/>
        <dsp:cNvSpPr/>
      </dsp:nvSpPr>
      <dsp:spPr>
        <a:xfrm rot="14400000">
          <a:off x="185" y="2652639"/>
          <a:ext cx="2205632" cy="220563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Converted dates</a:t>
          </a:r>
        </a:p>
      </dsp:txBody>
      <dsp:txXfrm rot="5400000">
        <a:off x="26041" y="3300544"/>
        <a:ext cx="1819646" cy="110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3AB244-9306-4841-8761-92C2D5A952D0}">
      <dsp:nvSpPr>
        <dsp:cNvPr id="0" name=""/>
        <dsp:cNvSpPr/>
      </dsp:nvSpPr>
      <dsp:spPr>
        <a:xfrm>
          <a:off x="2775586" y="629141"/>
          <a:ext cx="1648424" cy="1648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• Descriptive statistics</a:t>
          </a:r>
        </a:p>
      </dsp:txBody>
      <dsp:txXfrm>
        <a:off x="2775586" y="629141"/>
        <a:ext cx="1648424" cy="1648424"/>
      </dsp:txXfrm>
    </dsp:sp>
    <dsp:sp modelId="{FFDCE926-72A4-476D-BA26-7D1C81F9F21F}">
      <dsp:nvSpPr>
        <dsp:cNvPr id="0" name=""/>
        <dsp:cNvSpPr/>
      </dsp:nvSpPr>
      <dsp:spPr>
        <a:xfrm>
          <a:off x="261929" y="304052"/>
          <a:ext cx="3900744" cy="3900744"/>
        </a:xfrm>
        <a:prstGeom prst="circularArrow">
          <a:avLst>
            <a:gd name="adj1" fmla="val 8241"/>
            <a:gd name="adj2" fmla="val 575443"/>
            <a:gd name="adj3" fmla="val 2966940"/>
            <a:gd name="adj4" fmla="val 49655"/>
            <a:gd name="adj5" fmla="val 961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B8512-CA9A-4195-AB9F-83874EA6AD72}">
      <dsp:nvSpPr>
        <dsp:cNvPr id="0" name=""/>
        <dsp:cNvSpPr/>
      </dsp:nvSpPr>
      <dsp:spPr>
        <a:xfrm>
          <a:off x="1388089" y="3032354"/>
          <a:ext cx="1648424" cy="1648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Temperature trend</a:t>
          </a:r>
        </a:p>
      </dsp:txBody>
      <dsp:txXfrm>
        <a:off x="1388089" y="3032354"/>
        <a:ext cx="1648424" cy="1648424"/>
      </dsp:txXfrm>
    </dsp:sp>
    <dsp:sp modelId="{C1B900C1-CD2E-4B6A-AA86-0750C94CA5E0}">
      <dsp:nvSpPr>
        <dsp:cNvPr id="0" name=""/>
        <dsp:cNvSpPr/>
      </dsp:nvSpPr>
      <dsp:spPr>
        <a:xfrm>
          <a:off x="261929" y="304052"/>
          <a:ext cx="3900744" cy="3900744"/>
        </a:xfrm>
        <a:prstGeom prst="circularArrow">
          <a:avLst>
            <a:gd name="adj1" fmla="val 8241"/>
            <a:gd name="adj2" fmla="val 575443"/>
            <a:gd name="adj3" fmla="val 10174902"/>
            <a:gd name="adj4" fmla="val 7257617"/>
            <a:gd name="adj5" fmla="val 961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28F0E-2910-45FB-880F-6B2E8B435A8D}">
      <dsp:nvSpPr>
        <dsp:cNvPr id="0" name=""/>
        <dsp:cNvSpPr/>
      </dsp:nvSpPr>
      <dsp:spPr>
        <a:xfrm>
          <a:off x="593" y="629141"/>
          <a:ext cx="1648424" cy="1648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Distribution analysis</a:t>
          </a:r>
        </a:p>
      </dsp:txBody>
      <dsp:txXfrm>
        <a:off x="593" y="629141"/>
        <a:ext cx="1648424" cy="1648424"/>
      </dsp:txXfrm>
    </dsp:sp>
    <dsp:sp modelId="{01194490-17A6-4203-A025-9E18DD4191A0}">
      <dsp:nvSpPr>
        <dsp:cNvPr id="0" name=""/>
        <dsp:cNvSpPr/>
      </dsp:nvSpPr>
      <dsp:spPr>
        <a:xfrm>
          <a:off x="113018" y="72874"/>
          <a:ext cx="4198566" cy="4363099"/>
        </a:xfrm>
        <a:prstGeom prst="circularArrow">
          <a:avLst>
            <a:gd name="adj1" fmla="val 8241"/>
            <a:gd name="adj2" fmla="val 575443"/>
            <a:gd name="adj3" fmla="val 16859603"/>
            <a:gd name="adj4" fmla="val 14964955"/>
            <a:gd name="adj5" fmla="val 961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5F1C7-A019-4DB3-BD6D-B57C1A4FD406}">
      <dsp:nvSpPr>
        <dsp:cNvPr id="0" name=""/>
        <dsp:cNvSpPr/>
      </dsp:nvSpPr>
      <dsp:spPr>
        <a:xfrm rot="16200000">
          <a:off x="197" y="1519922"/>
          <a:ext cx="2263675" cy="2263675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Correlation heatmap</a:t>
          </a:r>
        </a:p>
      </dsp:txBody>
      <dsp:txXfrm rot="5400000">
        <a:off x="198" y="2085841"/>
        <a:ext cx="1867532" cy="1131837"/>
      </dsp:txXfrm>
    </dsp:sp>
    <dsp:sp modelId="{0CDFB4E3-2A76-4560-AFEA-2DF333FA2309}">
      <dsp:nvSpPr>
        <dsp:cNvPr id="0" name=""/>
        <dsp:cNvSpPr/>
      </dsp:nvSpPr>
      <dsp:spPr>
        <a:xfrm rot="5400000">
          <a:off x="2491006" y="1519922"/>
          <a:ext cx="2263675" cy="2263675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Humidity negatively correlates with temperature</a:t>
          </a:r>
        </a:p>
      </dsp:txBody>
      <dsp:txXfrm rot="-5400000">
        <a:off x="2887150" y="2085841"/>
        <a:ext cx="1867532" cy="11318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AA43F0-F28C-4674-94AF-8BA9F6DD5FD1}">
      <dsp:nvSpPr>
        <dsp:cNvPr id="0" name=""/>
        <dsp:cNvSpPr/>
      </dsp:nvSpPr>
      <dsp:spPr>
        <a:xfrm>
          <a:off x="0" y="0"/>
          <a:ext cx="3285269" cy="416083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32" tIns="330200" rIns="25613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Random Forest outperformed Linear Regression.</a:t>
          </a:r>
        </a:p>
      </dsp:txBody>
      <dsp:txXfrm>
        <a:off x="0" y="1581118"/>
        <a:ext cx="3285269" cy="2496502"/>
      </dsp:txXfrm>
    </dsp:sp>
    <dsp:sp modelId="{B37274B5-6EC6-444A-A870-66F02AD0BEAF}">
      <dsp:nvSpPr>
        <dsp:cNvPr id="0" name=""/>
        <dsp:cNvSpPr/>
      </dsp:nvSpPr>
      <dsp:spPr>
        <a:xfrm>
          <a:off x="1018509" y="416083"/>
          <a:ext cx="1248251" cy="124825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19" tIns="12700" rIns="9731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01311" y="598885"/>
        <a:ext cx="882647" cy="882647"/>
      </dsp:txXfrm>
    </dsp:sp>
    <dsp:sp modelId="{2568ECE7-9AC0-4F70-A2F3-C1E2D44EEFFC}">
      <dsp:nvSpPr>
        <dsp:cNvPr id="0" name=""/>
        <dsp:cNvSpPr/>
      </dsp:nvSpPr>
      <dsp:spPr>
        <a:xfrm>
          <a:off x="0" y="4160765"/>
          <a:ext cx="328526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4A226-EFCA-4854-9083-AE5E75862B46}">
      <dsp:nvSpPr>
        <dsp:cNvPr id="0" name=""/>
        <dsp:cNvSpPr/>
      </dsp:nvSpPr>
      <dsp:spPr>
        <a:xfrm>
          <a:off x="3613796" y="0"/>
          <a:ext cx="3285269" cy="416083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32" tIns="330200" rIns="25613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UV Index and Pressure were the strongest predictors.</a:t>
          </a:r>
        </a:p>
      </dsp:txBody>
      <dsp:txXfrm>
        <a:off x="3613796" y="1581118"/>
        <a:ext cx="3285269" cy="2496502"/>
      </dsp:txXfrm>
    </dsp:sp>
    <dsp:sp modelId="{B64E951F-9066-4AEC-A74F-B52F3AB59825}">
      <dsp:nvSpPr>
        <dsp:cNvPr id="0" name=""/>
        <dsp:cNvSpPr/>
      </dsp:nvSpPr>
      <dsp:spPr>
        <a:xfrm>
          <a:off x="4632305" y="416083"/>
          <a:ext cx="1248251" cy="124825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19" tIns="12700" rIns="9731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815107" y="598885"/>
        <a:ext cx="882647" cy="882647"/>
      </dsp:txXfrm>
    </dsp:sp>
    <dsp:sp modelId="{8808C5E6-8721-4E95-817C-432DB5594F07}">
      <dsp:nvSpPr>
        <dsp:cNvPr id="0" name=""/>
        <dsp:cNvSpPr/>
      </dsp:nvSpPr>
      <dsp:spPr>
        <a:xfrm>
          <a:off x="3613796" y="4160765"/>
          <a:ext cx="3285269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909B32-88D7-45CC-A036-F6A7F909D5BF}">
      <dsp:nvSpPr>
        <dsp:cNvPr id="0" name=""/>
        <dsp:cNvSpPr/>
      </dsp:nvSpPr>
      <dsp:spPr>
        <a:xfrm>
          <a:off x="7227592" y="0"/>
          <a:ext cx="3285269" cy="416083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32" tIns="330200" rIns="25613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Suitable for weather forecasting.</a:t>
          </a:r>
        </a:p>
      </dsp:txBody>
      <dsp:txXfrm>
        <a:off x="7227592" y="1581118"/>
        <a:ext cx="3285269" cy="2496502"/>
      </dsp:txXfrm>
    </dsp:sp>
    <dsp:sp modelId="{30A9FB5E-5D74-4029-9D6D-14B6F5501E86}">
      <dsp:nvSpPr>
        <dsp:cNvPr id="0" name=""/>
        <dsp:cNvSpPr/>
      </dsp:nvSpPr>
      <dsp:spPr>
        <a:xfrm>
          <a:off x="8246101" y="416083"/>
          <a:ext cx="1248251" cy="124825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19" tIns="12700" rIns="9731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28903" y="598885"/>
        <a:ext cx="882647" cy="882647"/>
      </dsp:txXfrm>
    </dsp:sp>
    <dsp:sp modelId="{6C0BC0F7-7B8D-411B-ABD8-C1517473AC35}">
      <dsp:nvSpPr>
        <dsp:cNvPr id="0" name=""/>
        <dsp:cNvSpPr/>
      </dsp:nvSpPr>
      <dsp:spPr>
        <a:xfrm>
          <a:off x="7227592" y="4160765"/>
          <a:ext cx="328526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45AD6-BA25-43B3-A7FC-2E97D3C7FB99}" type="datetimeFigureOut">
              <a:rPr lang="en-CA" smtClean="0"/>
              <a:t>2026-07-12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AD76A-FDD2-4B70-8C1A-8C5F6F8FAA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848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AD76A-FDD2-4B70-8C1A-8C5F6F8FAA63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757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372" y="1944913"/>
            <a:ext cx="4022312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4897" y="2203450"/>
            <a:ext cx="5050409" cy="2419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/>
            </a:pPr>
            <a:r>
              <a:rPr lang="en-CA" dirty="0"/>
              <a:t>The Global Weather Repository dataset contains over 152,000 weather observations collected from cities around the world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/>
            </a:pPr>
            <a:endParaRPr lang="en-CA" dirty="0"/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/>
            </a:pPr>
            <a:r>
              <a:rPr lang="en-US" dirty="0"/>
              <a:t>Prepared by: Rramandeip Singh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81" y="6053380"/>
            <a:ext cx="740664" cy="1540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3289" y="216742"/>
            <a:ext cx="740664" cy="118304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309" y="354959"/>
            <a:ext cx="6183362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Partial Sun">
            <a:extLst>
              <a:ext uri="{FF2B5EF4-FFF2-40B4-BE49-F238E27FC236}">
                <a16:creationId xmlns:a16="http://schemas.microsoft.com/office/drawing/2014/main" id="{38B471DE-27A9-2D97-BFBE-05065A4C0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7383" y="650494"/>
            <a:ext cx="5109596" cy="51095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771" y="639520"/>
            <a:ext cx="3428107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5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2573756"/>
            <a:ext cx="3254247" cy="18288"/>
          </a:xfrm>
          <a:custGeom>
            <a:avLst/>
            <a:gdLst>
              <a:gd name="csX0" fmla="*/ 0 w 3254247"/>
              <a:gd name="csY0" fmla="*/ 0 h 18288"/>
              <a:gd name="csX1" fmla="*/ 618307 w 3254247"/>
              <a:gd name="csY1" fmla="*/ 0 h 18288"/>
              <a:gd name="csX2" fmla="*/ 1269156 w 3254247"/>
              <a:gd name="csY2" fmla="*/ 0 h 18288"/>
              <a:gd name="csX3" fmla="*/ 1952548 w 3254247"/>
              <a:gd name="csY3" fmla="*/ 0 h 18288"/>
              <a:gd name="csX4" fmla="*/ 2635940 w 3254247"/>
              <a:gd name="csY4" fmla="*/ 0 h 18288"/>
              <a:gd name="csX5" fmla="*/ 3254247 w 3254247"/>
              <a:gd name="csY5" fmla="*/ 0 h 18288"/>
              <a:gd name="csX6" fmla="*/ 3254247 w 3254247"/>
              <a:gd name="csY6" fmla="*/ 18288 h 18288"/>
              <a:gd name="csX7" fmla="*/ 2538313 w 3254247"/>
              <a:gd name="csY7" fmla="*/ 18288 h 18288"/>
              <a:gd name="csX8" fmla="*/ 1822378 w 3254247"/>
              <a:gd name="csY8" fmla="*/ 18288 h 18288"/>
              <a:gd name="csX9" fmla="*/ 1171529 w 3254247"/>
              <a:gd name="csY9" fmla="*/ 18288 h 18288"/>
              <a:gd name="csX10" fmla="*/ 0 w 3254247"/>
              <a:gd name="csY10" fmla="*/ 18288 h 18288"/>
              <a:gd name="csX11" fmla="*/ 0 w 3254247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44450" y="-12392"/>
                  <a:pt x="427337" y="305"/>
                  <a:pt x="618307" y="0"/>
                </a:cubicBezTo>
                <a:cubicBezTo>
                  <a:pt x="809277" y="-305"/>
                  <a:pt x="1078885" y="8814"/>
                  <a:pt x="1269156" y="0"/>
                </a:cubicBezTo>
                <a:cubicBezTo>
                  <a:pt x="1459427" y="-8814"/>
                  <a:pt x="1722292" y="-25341"/>
                  <a:pt x="1952548" y="0"/>
                </a:cubicBezTo>
                <a:cubicBezTo>
                  <a:pt x="2182804" y="25341"/>
                  <a:pt x="2398437" y="-22277"/>
                  <a:pt x="2635940" y="0"/>
                </a:cubicBezTo>
                <a:cubicBezTo>
                  <a:pt x="2873443" y="22277"/>
                  <a:pt x="3033770" y="159"/>
                  <a:pt x="3254247" y="0"/>
                </a:cubicBezTo>
                <a:cubicBezTo>
                  <a:pt x="3253538" y="8157"/>
                  <a:pt x="3253834" y="12125"/>
                  <a:pt x="3254247" y="18288"/>
                </a:cubicBezTo>
                <a:cubicBezTo>
                  <a:pt x="2959973" y="-3940"/>
                  <a:pt x="2715651" y="17499"/>
                  <a:pt x="2538313" y="18288"/>
                </a:cubicBezTo>
                <a:cubicBezTo>
                  <a:pt x="2360975" y="19077"/>
                  <a:pt x="2071193" y="10564"/>
                  <a:pt x="1822378" y="18288"/>
                </a:cubicBezTo>
                <a:cubicBezTo>
                  <a:pt x="1573564" y="26012"/>
                  <a:pt x="1460056" y="11360"/>
                  <a:pt x="1171529" y="18288"/>
                </a:cubicBezTo>
                <a:cubicBezTo>
                  <a:pt x="883002" y="25216"/>
                  <a:pt x="556569" y="57254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45716" y="-28411"/>
                  <a:pt x="413361" y="22670"/>
                  <a:pt x="618307" y="0"/>
                </a:cubicBezTo>
                <a:cubicBezTo>
                  <a:pt x="823253" y="-22670"/>
                  <a:pt x="907327" y="17544"/>
                  <a:pt x="1171529" y="0"/>
                </a:cubicBezTo>
                <a:cubicBezTo>
                  <a:pt x="1435731" y="-17544"/>
                  <a:pt x="1714065" y="-34404"/>
                  <a:pt x="1887463" y="0"/>
                </a:cubicBezTo>
                <a:cubicBezTo>
                  <a:pt x="2060861" y="34404"/>
                  <a:pt x="2348517" y="24017"/>
                  <a:pt x="2505770" y="0"/>
                </a:cubicBezTo>
                <a:cubicBezTo>
                  <a:pt x="2663023" y="-24017"/>
                  <a:pt x="3030962" y="-27792"/>
                  <a:pt x="3254247" y="0"/>
                </a:cubicBezTo>
                <a:cubicBezTo>
                  <a:pt x="3253983" y="4493"/>
                  <a:pt x="3254631" y="9472"/>
                  <a:pt x="3254247" y="18288"/>
                </a:cubicBezTo>
                <a:cubicBezTo>
                  <a:pt x="2934372" y="-7513"/>
                  <a:pt x="2749175" y="38681"/>
                  <a:pt x="2603398" y="18288"/>
                </a:cubicBezTo>
                <a:cubicBezTo>
                  <a:pt x="2457621" y="-2105"/>
                  <a:pt x="2184707" y="10633"/>
                  <a:pt x="1887463" y="18288"/>
                </a:cubicBezTo>
                <a:cubicBezTo>
                  <a:pt x="1590219" y="25943"/>
                  <a:pt x="1494607" y="28003"/>
                  <a:pt x="1334241" y="18288"/>
                </a:cubicBezTo>
                <a:cubicBezTo>
                  <a:pt x="1173875" y="8573"/>
                  <a:pt x="962016" y="17971"/>
                  <a:pt x="683392" y="18288"/>
                </a:cubicBezTo>
                <a:cubicBezTo>
                  <a:pt x="404768" y="18605"/>
                  <a:pt x="256873" y="5009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0771" y="2807208"/>
            <a:ext cx="3428107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200" dirty="0"/>
              <a:t> </a:t>
            </a:r>
            <a:r>
              <a:rPr lang="en-US" sz="2200" dirty="0" err="1"/>
              <a:t>Analyse</a:t>
            </a:r>
            <a:r>
              <a:rPr lang="en-US" sz="2200" dirty="0"/>
              <a:t> global weather data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200" dirty="0"/>
              <a:t>Clean and preprocess data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200" dirty="0"/>
              <a:t>Build ML models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200" dirty="0"/>
              <a:t>Compare forecasting performance</a:t>
            </a:r>
          </a:p>
        </p:txBody>
      </p:sp>
      <p:pic>
        <p:nvPicPr>
          <p:cNvPr id="4" name="Picture 3" descr="Screenshot 2026-07-12 035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083" y="1556854"/>
            <a:ext cx="6901923" cy="37442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54511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5371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0997" y="1161288"/>
            <a:ext cx="3437249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798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789" y="2443480"/>
            <a:ext cx="338239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0997" y="2718054"/>
            <a:ext cx="3438010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152,412 records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41 features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Worldwide weather observations</a:t>
            </a:r>
          </a:p>
        </p:txBody>
      </p:sp>
      <p:pic>
        <p:nvPicPr>
          <p:cNvPr id="4" name="Picture 3" descr="Screenshot 2026-07-12 04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907" y="1135073"/>
            <a:ext cx="6920206" cy="46884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Cleaning</a:t>
            </a:r>
          </a:p>
        </p:txBody>
      </p:sp>
      <p:pic>
        <p:nvPicPr>
          <p:cNvPr id="4" name="Picture 3" descr="Screenshot 2026-07-12 040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31520"/>
            <a:ext cx="6217920" cy="4857510"/>
          </a:xfrm>
          <a:prstGeom prst="rect">
            <a:avLst/>
          </a:prstGeom>
        </p:spPr>
      </p:pic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50106C39-61FD-60ED-7F65-FAA7614CC94A}"/>
              </a:ext>
            </a:extLst>
          </p:cNvPr>
          <p:cNvGraphicFramePr/>
          <p:nvPr/>
        </p:nvGraphicFramePr>
        <p:xfrm>
          <a:off x="457200" y="822960"/>
          <a:ext cx="4754880" cy="530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CA"/>
              <a:t>EDA</a:t>
            </a:r>
          </a:p>
        </p:txBody>
      </p:sp>
      <p:pic>
        <p:nvPicPr>
          <p:cNvPr id="4" name="Picture 3" descr="Screenshot 2026-07-12 040039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31520"/>
            <a:ext cx="6217920" cy="4779838"/>
          </a:xfrm>
          <a:prstGeom prst="rect">
            <a:avLst/>
          </a:prstGeom>
        </p:spPr>
      </p:pic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53C2981F-C2CF-E7F9-B20F-61005DC656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2055672"/>
              </p:ext>
            </p:extLst>
          </p:nvPr>
        </p:nvGraphicFramePr>
        <p:xfrm>
          <a:off x="365760" y="1139588"/>
          <a:ext cx="4424604" cy="4986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CA"/>
              <a:t>Correlation &amp; Humidity</a:t>
            </a:r>
          </a:p>
        </p:txBody>
      </p:sp>
      <p:pic>
        <p:nvPicPr>
          <p:cNvPr id="4" name="Picture 3" descr="Screenshot 2026-07-12 040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31520"/>
            <a:ext cx="6217920" cy="5579394"/>
          </a:xfrm>
          <a:prstGeom prst="rect">
            <a:avLst/>
          </a:prstGeom>
        </p:spPr>
      </p:pic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565E95E2-1FD1-128F-AB6A-06AAE285E468}"/>
              </a:ext>
            </a:extLst>
          </p:cNvPr>
          <p:cNvGraphicFramePr/>
          <p:nvPr/>
        </p:nvGraphicFramePr>
        <p:xfrm>
          <a:off x="457200" y="822960"/>
          <a:ext cx="4754880" cy="530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271" y="365125"/>
            <a:ext cx="11164539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1286" y="586822"/>
            <a:ext cx="3656647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200">
                <a:latin typeface="+mj-lt"/>
                <a:ea typeface="+mj-ea"/>
                <a:cs typeface="+mj-cs"/>
              </a:rPr>
              <a:t>Random Forest Results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280" y="1057739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2245" y="1400640"/>
            <a:ext cx="1463040" cy="18283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48738" y="586822"/>
            <a:ext cx="610515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MAE: 3.27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RMSE: 4.93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R²: 0.728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Best performing model.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endParaRPr lang="en-US"/>
          </a:p>
        </p:txBody>
      </p:sp>
      <p:pic>
        <p:nvPicPr>
          <p:cNvPr id="4" name="Picture 3" descr="Screenshot 2026-07-12 040207.png"/>
          <p:cNvPicPr>
            <a:picLocks noChangeAspect="1"/>
          </p:cNvPicPr>
          <p:nvPr/>
        </p:nvPicPr>
        <p:blipFill>
          <a:blip r:embed="rId2"/>
          <a:srcRect t="197" r="1" b="1291"/>
          <a:stretch>
            <a:fillRect/>
          </a:stretch>
        </p:blipFill>
        <p:spPr>
          <a:xfrm>
            <a:off x="1622285" y="2729397"/>
            <a:ext cx="3350786" cy="3483864"/>
          </a:xfrm>
          <a:prstGeom prst="rect">
            <a:avLst/>
          </a:prstGeom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5B8EB60-CFFC-335F-99DB-AA5CBDD5B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319422"/>
              </p:ext>
            </p:extLst>
          </p:nvPr>
        </p:nvGraphicFramePr>
        <p:xfrm>
          <a:off x="5746406" y="2819566"/>
          <a:ext cx="6026494" cy="248268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312480">
                  <a:extLst>
                    <a:ext uri="{9D8B030D-6E8A-4147-A177-3AD203B41FA5}">
                      <a16:colId xmlns:a16="http://schemas.microsoft.com/office/drawing/2014/main" val="1841165643"/>
                    </a:ext>
                  </a:extLst>
                </a:gridCol>
                <a:gridCol w="2531897">
                  <a:extLst>
                    <a:ext uri="{9D8B030D-6E8A-4147-A177-3AD203B41FA5}">
                      <a16:colId xmlns:a16="http://schemas.microsoft.com/office/drawing/2014/main" val="2385412731"/>
                    </a:ext>
                  </a:extLst>
                </a:gridCol>
                <a:gridCol w="2182117">
                  <a:extLst>
                    <a:ext uri="{9D8B030D-6E8A-4147-A177-3AD203B41FA5}">
                      <a16:colId xmlns:a16="http://schemas.microsoft.com/office/drawing/2014/main" val="474837712"/>
                    </a:ext>
                  </a:extLst>
                </a:gridCol>
              </a:tblGrid>
              <a:tr h="620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900" b="1" cap="none" spc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marL="0" marR="84677" marT="33871" marB="254031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900" b="1" cap="none" spc="0">
                          <a:solidFill>
                            <a:schemeClr val="tx1"/>
                          </a:solidFill>
                        </a:rPr>
                        <a:t>Linear Regression</a:t>
                      </a:r>
                    </a:p>
                  </a:txBody>
                  <a:tcPr marL="0" marR="84677" marT="33871" marB="254031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900" b="1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0" marR="84677" marT="33871" marB="254031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537746"/>
                  </a:ext>
                </a:extLst>
              </a:tr>
              <a:tr h="620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900" cap="none" spc="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 marL="0" marR="84677" marT="33871" marB="2540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900" cap="none" spc="0" dirty="0">
                          <a:solidFill>
                            <a:schemeClr val="tx1"/>
                          </a:solidFill>
                        </a:rPr>
                        <a:t>7.34</a:t>
                      </a:r>
                    </a:p>
                  </a:txBody>
                  <a:tcPr marL="0" marR="84677" marT="33871" marB="2540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900" b="1" cap="none" spc="0">
                          <a:solidFill>
                            <a:schemeClr val="tx1"/>
                          </a:solidFill>
                        </a:rPr>
                        <a:t>3.27</a:t>
                      </a:r>
                      <a:endParaRPr lang="en-C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84677" marT="33871" marB="2540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785954"/>
                  </a:ext>
                </a:extLst>
              </a:tr>
              <a:tr h="620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900" cap="none" spc="0">
                          <a:solidFill>
                            <a:schemeClr val="tx1"/>
                          </a:solidFill>
                        </a:rPr>
                        <a:t>RMSE</a:t>
                      </a:r>
                    </a:p>
                  </a:txBody>
                  <a:tcPr marL="0" marR="84677" marT="33871" marB="2540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900" cap="none" spc="0">
                          <a:solidFill>
                            <a:schemeClr val="tx1"/>
                          </a:solidFill>
                        </a:rPr>
                        <a:t>9.33</a:t>
                      </a:r>
                    </a:p>
                  </a:txBody>
                  <a:tcPr marL="0" marR="84677" marT="33871" marB="2540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900" b="1" cap="none" spc="0">
                          <a:solidFill>
                            <a:schemeClr val="tx1"/>
                          </a:solidFill>
                        </a:rPr>
                        <a:t>4.93</a:t>
                      </a:r>
                      <a:endParaRPr lang="en-C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84677" marT="33871" marB="2540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53058"/>
                  </a:ext>
                </a:extLst>
              </a:tr>
              <a:tr h="620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900" cap="none" spc="0">
                          <a:solidFill>
                            <a:schemeClr val="tx1"/>
                          </a:solidFill>
                        </a:rPr>
                        <a:t>R² Score</a:t>
                      </a:r>
                    </a:p>
                  </a:txBody>
                  <a:tcPr marL="0" marR="84677" marT="33871" marB="2540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900" cap="none" spc="0">
                          <a:solidFill>
                            <a:schemeClr val="tx1"/>
                          </a:solidFill>
                        </a:rPr>
                        <a:t>0.028</a:t>
                      </a:r>
                    </a:p>
                  </a:txBody>
                  <a:tcPr marL="0" marR="84677" marT="33871" marB="2540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900" b="1" cap="none" spc="0" dirty="0">
                          <a:solidFill>
                            <a:schemeClr val="tx1"/>
                          </a:solidFill>
                        </a:rPr>
                        <a:t>0.728</a:t>
                      </a:r>
                      <a:endParaRPr lang="en-CA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84677" marT="33871" marB="2540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353260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FD84B7C-408A-E832-3C1A-38BCC32A2DBD}"/>
              </a:ext>
            </a:extLst>
          </p:cNvPr>
          <p:cNvSpPr txBox="1"/>
          <p:nvPr/>
        </p:nvSpPr>
        <p:spPr>
          <a:xfrm>
            <a:off x="5653051" y="5384329"/>
            <a:ext cx="6622790" cy="11067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800"/>
            </a:pPr>
            <a:r>
              <a:rPr lang="en-CA" dirty="0"/>
              <a:t>Random Forest achieved lower prediction errors and a higher R² score, making it the most accurate model for temperature forecasting</a:t>
            </a: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54511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5371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0997" y="1161288"/>
            <a:ext cx="3437249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Importance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798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789" y="2443480"/>
            <a:ext cx="338239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0997" y="2718054"/>
            <a:ext cx="3438010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Top features: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UV Index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Pressure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Humidity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Wind Speed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Cloud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Visibility</a:t>
            </a:r>
          </a:p>
        </p:txBody>
      </p:sp>
      <p:pic>
        <p:nvPicPr>
          <p:cNvPr id="4" name="Picture 3" descr="Screenshot 2026-07-12 040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354" y="841248"/>
            <a:ext cx="5289312" cy="52760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8953E74-D241-4DDF-8508-F0365EA13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C3C901A-B2F4-4A3C-BCDD-7C8D587EC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88825" cy="2371134"/>
          </a:xfrm>
          <a:custGeom>
            <a:avLst/>
            <a:gdLst>
              <a:gd name="connsiteX0" fmla="*/ 0 w 12192000"/>
              <a:gd name="connsiteY0" fmla="*/ 0 h 2515690"/>
              <a:gd name="connsiteX1" fmla="*/ 170442 w 12192000"/>
              <a:gd name="connsiteY1" fmla="*/ 96074 h 2515690"/>
              <a:gd name="connsiteX2" fmla="*/ 424739 w 12192000"/>
              <a:gd name="connsiteY2" fmla="*/ 224865 h 2515690"/>
              <a:gd name="connsiteX3" fmla="*/ 748273 w 12192000"/>
              <a:gd name="connsiteY3" fmla="*/ 373939 h 2515690"/>
              <a:gd name="connsiteX4" fmla="*/ 1037058 w 12192000"/>
              <a:gd name="connsiteY4" fmla="*/ 499994 h 2515690"/>
              <a:gd name="connsiteX5" fmla="*/ 1101312 w 12192000"/>
              <a:gd name="connsiteY5" fmla="*/ 428540 h 2515690"/>
              <a:gd name="connsiteX6" fmla="*/ 1367071 w 12192000"/>
              <a:gd name="connsiteY6" fmla="*/ 516118 h 2515690"/>
              <a:gd name="connsiteX7" fmla="*/ 2189943 w 12192000"/>
              <a:gd name="connsiteY7" fmla="*/ 794533 h 2515690"/>
              <a:gd name="connsiteX8" fmla="*/ 2390329 w 12192000"/>
              <a:gd name="connsiteY8" fmla="*/ 920897 h 2515690"/>
              <a:gd name="connsiteX9" fmla="*/ 2459570 w 12192000"/>
              <a:gd name="connsiteY9" fmla="*/ 983740 h 2515690"/>
              <a:gd name="connsiteX10" fmla="*/ 2503252 w 12192000"/>
              <a:gd name="connsiteY10" fmla="*/ 1000151 h 2515690"/>
              <a:gd name="connsiteX11" fmla="*/ 2503252 w 12192000"/>
              <a:gd name="connsiteY11" fmla="*/ 1008273 h 2515690"/>
              <a:gd name="connsiteX12" fmla="*/ 2511191 w 12192000"/>
              <a:gd name="connsiteY12" fmla="*/ 1009499 h 2515690"/>
              <a:gd name="connsiteX13" fmla="*/ 2565029 w 12192000"/>
              <a:gd name="connsiteY13" fmla="*/ 1015977 h 2515690"/>
              <a:gd name="connsiteX14" fmla="*/ 2593745 w 12192000"/>
              <a:gd name="connsiteY14" fmla="*/ 1019963 h 2515690"/>
              <a:gd name="connsiteX15" fmla="*/ 2591015 w 12192000"/>
              <a:gd name="connsiteY15" fmla="*/ 1019651 h 2515690"/>
              <a:gd name="connsiteX16" fmla="*/ 2590137 w 12192000"/>
              <a:gd name="connsiteY16" fmla="*/ 1019549 h 2515690"/>
              <a:gd name="connsiteX17" fmla="*/ 2589021 w 12192000"/>
              <a:gd name="connsiteY17" fmla="*/ 1019424 h 2515690"/>
              <a:gd name="connsiteX18" fmla="*/ 2591015 w 12192000"/>
              <a:gd name="connsiteY18" fmla="*/ 1019651 h 2515690"/>
              <a:gd name="connsiteX19" fmla="*/ 2602385 w 12192000"/>
              <a:gd name="connsiteY19" fmla="*/ 1020975 h 2515690"/>
              <a:gd name="connsiteX20" fmla="*/ 2614445 w 12192000"/>
              <a:gd name="connsiteY20" fmla="*/ 1022389 h 2515690"/>
              <a:gd name="connsiteX21" fmla="*/ 2614445 w 12192000"/>
              <a:gd name="connsiteY21" fmla="*/ 1020966 h 2515690"/>
              <a:gd name="connsiteX22" fmla="*/ 2676661 w 12192000"/>
              <a:gd name="connsiteY22" fmla="*/ 1029355 h 2515690"/>
              <a:gd name="connsiteX23" fmla="*/ 2788597 w 12192000"/>
              <a:gd name="connsiteY23" fmla="*/ 1048926 h 2515690"/>
              <a:gd name="connsiteX24" fmla="*/ 2812742 w 12192000"/>
              <a:gd name="connsiteY24" fmla="*/ 1057667 h 2515690"/>
              <a:gd name="connsiteX25" fmla="*/ 2970201 w 12192000"/>
              <a:gd name="connsiteY25" fmla="*/ 949091 h 2515690"/>
              <a:gd name="connsiteX26" fmla="*/ 3030610 w 12192000"/>
              <a:gd name="connsiteY26" fmla="*/ 1049340 h 2515690"/>
              <a:gd name="connsiteX27" fmla="*/ 3058913 w 12192000"/>
              <a:gd name="connsiteY27" fmla="*/ 1048085 h 2515690"/>
              <a:gd name="connsiteX28" fmla="*/ 3072697 w 12192000"/>
              <a:gd name="connsiteY28" fmla="*/ 1045316 h 2515690"/>
              <a:gd name="connsiteX29" fmla="*/ 3083305 w 12192000"/>
              <a:gd name="connsiteY29" fmla="*/ 1040550 h 2515690"/>
              <a:gd name="connsiteX30" fmla="*/ 3125603 w 12192000"/>
              <a:gd name="connsiteY30" fmla="*/ 1004583 h 2515690"/>
              <a:gd name="connsiteX31" fmla="*/ 3385106 w 12192000"/>
              <a:gd name="connsiteY31" fmla="*/ 1042233 h 2515690"/>
              <a:gd name="connsiteX32" fmla="*/ 3424945 w 12192000"/>
              <a:gd name="connsiteY32" fmla="*/ 1065268 h 2515690"/>
              <a:gd name="connsiteX33" fmla="*/ 3436948 w 12192000"/>
              <a:gd name="connsiteY33" fmla="*/ 1068018 h 2515690"/>
              <a:gd name="connsiteX34" fmla="*/ 3466714 w 12192000"/>
              <a:gd name="connsiteY34" fmla="*/ 1063419 h 2515690"/>
              <a:gd name="connsiteX35" fmla="*/ 3550909 w 12192000"/>
              <a:gd name="connsiteY35" fmla="*/ 1044511 h 2515690"/>
              <a:gd name="connsiteX36" fmla="*/ 3555900 w 12192000"/>
              <a:gd name="connsiteY36" fmla="*/ 1041996 h 2515690"/>
              <a:gd name="connsiteX37" fmla="*/ 3625978 w 12192000"/>
              <a:gd name="connsiteY37" fmla="*/ 1023459 h 2515690"/>
              <a:gd name="connsiteX38" fmla="*/ 3632465 w 12192000"/>
              <a:gd name="connsiteY38" fmla="*/ 1023522 h 2515690"/>
              <a:gd name="connsiteX39" fmla="*/ 3649063 w 12192000"/>
              <a:gd name="connsiteY39" fmla="*/ 1018726 h 2515690"/>
              <a:gd name="connsiteX40" fmla="*/ 3805954 w 12192000"/>
              <a:gd name="connsiteY40" fmla="*/ 917517 h 2515690"/>
              <a:gd name="connsiteX41" fmla="*/ 4020506 w 12192000"/>
              <a:gd name="connsiteY41" fmla="*/ 816231 h 2515690"/>
              <a:gd name="connsiteX42" fmla="*/ 4233682 w 12192000"/>
              <a:gd name="connsiteY42" fmla="*/ 799511 h 2515690"/>
              <a:gd name="connsiteX43" fmla="*/ 4306552 w 12192000"/>
              <a:gd name="connsiteY43" fmla="*/ 610207 h 2515690"/>
              <a:gd name="connsiteX44" fmla="*/ 4816604 w 12192000"/>
              <a:gd name="connsiteY44" fmla="*/ 773163 h 2515690"/>
              <a:gd name="connsiteX45" fmla="*/ 4916502 w 12192000"/>
              <a:gd name="connsiteY45" fmla="*/ 788104 h 2515690"/>
              <a:gd name="connsiteX46" fmla="*/ 5224415 w 12192000"/>
              <a:gd name="connsiteY46" fmla="*/ 674418 h 2515690"/>
              <a:gd name="connsiteX47" fmla="*/ 5274077 w 12192000"/>
              <a:gd name="connsiteY47" fmla="*/ 655978 h 2515690"/>
              <a:gd name="connsiteX48" fmla="*/ 5371217 w 12192000"/>
              <a:gd name="connsiteY48" fmla="*/ 614372 h 2515690"/>
              <a:gd name="connsiteX49" fmla="*/ 5364523 w 12192000"/>
              <a:gd name="connsiteY49" fmla="*/ 502501 h 2515690"/>
              <a:gd name="connsiteX50" fmla="*/ 5457871 w 12192000"/>
              <a:gd name="connsiteY50" fmla="*/ 558285 h 2515690"/>
              <a:gd name="connsiteX51" fmla="*/ 5750580 w 12192000"/>
              <a:gd name="connsiteY51" fmla="*/ 663503 h 2515690"/>
              <a:gd name="connsiteX52" fmla="*/ 5976618 w 12192000"/>
              <a:gd name="connsiteY52" fmla="*/ 582652 h 2515690"/>
              <a:gd name="connsiteX53" fmla="*/ 6009346 w 12192000"/>
              <a:gd name="connsiteY53" fmla="*/ 559470 h 2515690"/>
              <a:gd name="connsiteX54" fmla="*/ 6069735 w 12192000"/>
              <a:gd name="connsiteY54" fmla="*/ 587803 h 2515690"/>
              <a:gd name="connsiteX55" fmla="*/ 6270319 w 12192000"/>
              <a:gd name="connsiteY55" fmla="*/ 643982 h 2515690"/>
              <a:gd name="connsiteX56" fmla="*/ 6406781 w 12192000"/>
              <a:gd name="connsiteY56" fmla="*/ 672327 h 2515690"/>
              <a:gd name="connsiteX57" fmla="*/ 6469508 w 12192000"/>
              <a:gd name="connsiteY57" fmla="*/ 708574 h 2515690"/>
              <a:gd name="connsiteX58" fmla="*/ 6515869 w 12192000"/>
              <a:gd name="connsiteY58" fmla="*/ 715738 h 2515690"/>
              <a:gd name="connsiteX59" fmla="*/ 6725938 w 12192000"/>
              <a:gd name="connsiteY59" fmla="*/ 691128 h 2515690"/>
              <a:gd name="connsiteX60" fmla="*/ 6778240 w 12192000"/>
              <a:gd name="connsiteY60" fmla="*/ 678998 h 2515690"/>
              <a:gd name="connsiteX61" fmla="*/ 6806944 w 12192000"/>
              <a:gd name="connsiteY61" fmla="*/ 646178 h 2515690"/>
              <a:gd name="connsiteX62" fmla="*/ 6830632 w 12192000"/>
              <a:gd name="connsiteY62" fmla="*/ 633915 h 2515690"/>
              <a:gd name="connsiteX63" fmla="*/ 6858072 w 12192000"/>
              <a:gd name="connsiteY63" fmla="*/ 646178 h 2515690"/>
              <a:gd name="connsiteX64" fmla="*/ 6891322 w 12192000"/>
              <a:gd name="connsiteY64" fmla="*/ 678998 h 2515690"/>
              <a:gd name="connsiteX65" fmla="*/ 6951905 w 12192000"/>
              <a:gd name="connsiteY65" fmla="*/ 691128 h 2515690"/>
              <a:gd name="connsiteX66" fmla="*/ 7195246 w 12192000"/>
              <a:gd name="connsiteY66" fmla="*/ 715738 h 2515690"/>
              <a:gd name="connsiteX67" fmla="*/ 7248949 w 12192000"/>
              <a:gd name="connsiteY67" fmla="*/ 708574 h 2515690"/>
              <a:gd name="connsiteX68" fmla="*/ 7321609 w 12192000"/>
              <a:gd name="connsiteY68" fmla="*/ 672327 h 2515690"/>
              <a:gd name="connsiteX69" fmla="*/ 7479684 w 12192000"/>
              <a:gd name="connsiteY69" fmla="*/ 643982 h 2515690"/>
              <a:gd name="connsiteX70" fmla="*/ 7712035 w 12192000"/>
              <a:gd name="connsiteY70" fmla="*/ 587803 h 2515690"/>
              <a:gd name="connsiteX71" fmla="*/ 7781987 w 12192000"/>
              <a:gd name="connsiteY71" fmla="*/ 559470 h 2515690"/>
              <a:gd name="connsiteX72" fmla="*/ 7819900 w 12192000"/>
              <a:gd name="connsiteY72" fmla="*/ 582652 h 2515690"/>
              <a:gd name="connsiteX73" fmla="*/ 8081736 w 12192000"/>
              <a:gd name="connsiteY73" fmla="*/ 663503 h 2515690"/>
              <a:gd name="connsiteX74" fmla="*/ 8420801 w 12192000"/>
              <a:gd name="connsiteY74" fmla="*/ 558285 h 2515690"/>
              <a:gd name="connsiteX75" fmla="*/ 8528933 w 12192000"/>
              <a:gd name="connsiteY75" fmla="*/ 502501 h 2515690"/>
              <a:gd name="connsiteX76" fmla="*/ 8521178 w 12192000"/>
              <a:gd name="connsiteY76" fmla="*/ 614372 h 2515690"/>
              <a:gd name="connsiteX77" fmla="*/ 8633702 w 12192000"/>
              <a:gd name="connsiteY77" fmla="*/ 655978 h 2515690"/>
              <a:gd name="connsiteX78" fmla="*/ 8691231 w 12192000"/>
              <a:gd name="connsiteY78" fmla="*/ 674418 h 2515690"/>
              <a:gd name="connsiteX79" fmla="*/ 9047908 w 12192000"/>
              <a:gd name="connsiteY79" fmla="*/ 788104 h 2515690"/>
              <a:gd name="connsiteX80" fmla="*/ 9163628 w 12192000"/>
              <a:gd name="connsiteY80" fmla="*/ 773163 h 2515690"/>
              <a:gd name="connsiteX81" fmla="*/ 9754459 w 12192000"/>
              <a:gd name="connsiteY81" fmla="*/ 610207 h 2515690"/>
              <a:gd name="connsiteX82" fmla="*/ 9838868 w 12192000"/>
              <a:gd name="connsiteY82" fmla="*/ 799511 h 2515690"/>
              <a:gd name="connsiteX83" fmla="*/ 10085808 w 12192000"/>
              <a:gd name="connsiteY83" fmla="*/ 816231 h 2515690"/>
              <a:gd name="connsiteX84" fmla="*/ 10334338 w 12192000"/>
              <a:gd name="connsiteY84" fmla="*/ 917517 h 2515690"/>
              <a:gd name="connsiteX85" fmla="*/ 10516076 w 12192000"/>
              <a:gd name="connsiteY85" fmla="*/ 1018726 h 2515690"/>
              <a:gd name="connsiteX86" fmla="*/ 10535302 w 12192000"/>
              <a:gd name="connsiteY86" fmla="*/ 1023522 h 2515690"/>
              <a:gd name="connsiteX87" fmla="*/ 10542819 w 12192000"/>
              <a:gd name="connsiteY87" fmla="*/ 1023458 h 2515690"/>
              <a:gd name="connsiteX88" fmla="*/ 10623994 w 12192000"/>
              <a:gd name="connsiteY88" fmla="*/ 1041996 h 2515690"/>
              <a:gd name="connsiteX89" fmla="*/ 10629774 w 12192000"/>
              <a:gd name="connsiteY89" fmla="*/ 1044511 h 2515690"/>
              <a:gd name="connsiteX90" fmla="*/ 10727305 w 12192000"/>
              <a:gd name="connsiteY90" fmla="*/ 1063419 h 2515690"/>
              <a:gd name="connsiteX91" fmla="*/ 10761785 w 12192000"/>
              <a:gd name="connsiteY91" fmla="*/ 1068017 h 2515690"/>
              <a:gd name="connsiteX92" fmla="*/ 10775688 w 12192000"/>
              <a:gd name="connsiteY92" fmla="*/ 1065268 h 2515690"/>
              <a:gd name="connsiteX93" fmla="*/ 10821837 w 12192000"/>
              <a:gd name="connsiteY93" fmla="*/ 1042232 h 2515690"/>
              <a:gd name="connsiteX94" fmla="*/ 11122438 w 12192000"/>
              <a:gd name="connsiteY94" fmla="*/ 1004583 h 2515690"/>
              <a:gd name="connsiteX95" fmla="*/ 11171433 w 12192000"/>
              <a:gd name="connsiteY95" fmla="*/ 1040550 h 2515690"/>
              <a:gd name="connsiteX96" fmla="*/ 11183724 w 12192000"/>
              <a:gd name="connsiteY96" fmla="*/ 1045316 h 2515690"/>
              <a:gd name="connsiteX97" fmla="*/ 11199690 w 12192000"/>
              <a:gd name="connsiteY97" fmla="*/ 1048085 h 2515690"/>
              <a:gd name="connsiteX98" fmla="*/ 11232475 w 12192000"/>
              <a:gd name="connsiteY98" fmla="*/ 1049340 h 2515690"/>
              <a:gd name="connsiteX99" fmla="*/ 11302451 w 12192000"/>
              <a:gd name="connsiteY99" fmla="*/ 949091 h 2515690"/>
              <a:gd name="connsiteX100" fmla="*/ 11484849 w 12192000"/>
              <a:gd name="connsiteY100" fmla="*/ 1057667 h 2515690"/>
              <a:gd name="connsiteX101" fmla="*/ 11512818 w 12192000"/>
              <a:gd name="connsiteY101" fmla="*/ 1048926 h 2515690"/>
              <a:gd name="connsiteX102" fmla="*/ 11642481 w 12192000"/>
              <a:gd name="connsiteY102" fmla="*/ 1029355 h 2515690"/>
              <a:gd name="connsiteX103" fmla="*/ 11714551 w 12192000"/>
              <a:gd name="connsiteY103" fmla="*/ 1020966 h 2515690"/>
              <a:gd name="connsiteX104" fmla="*/ 11714551 w 12192000"/>
              <a:gd name="connsiteY104" fmla="*/ 1022389 h 2515690"/>
              <a:gd name="connsiteX105" fmla="*/ 11728519 w 12192000"/>
              <a:gd name="connsiteY105" fmla="*/ 1020975 h 2515690"/>
              <a:gd name="connsiteX106" fmla="*/ 11741691 w 12192000"/>
              <a:gd name="connsiteY106" fmla="*/ 1019651 h 2515690"/>
              <a:gd name="connsiteX107" fmla="*/ 11743999 w 12192000"/>
              <a:gd name="connsiteY107" fmla="*/ 1019424 h 2515690"/>
              <a:gd name="connsiteX108" fmla="*/ 11742709 w 12192000"/>
              <a:gd name="connsiteY108" fmla="*/ 1019549 h 2515690"/>
              <a:gd name="connsiteX109" fmla="*/ 11741691 w 12192000"/>
              <a:gd name="connsiteY109" fmla="*/ 1019651 h 2515690"/>
              <a:gd name="connsiteX110" fmla="*/ 11738529 w 12192000"/>
              <a:gd name="connsiteY110" fmla="*/ 1019963 h 2515690"/>
              <a:gd name="connsiteX111" fmla="*/ 11771791 w 12192000"/>
              <a:gd name="connsiteY111" fmla="*/ 1015977 h 2515690"/>
              <a:gd name="connsiteX112" fmla="*/ 11834157 w 12192000"/>
              <a:gd name="connsiteY112" fmla="*/ 1009499 h 2515690"/>
              <a:gd name="connsiteX113" fmla="*/ 11843354 w 12192000"/>
              <a:gd name="connsiteY113" fmla="*/ 1008273 h 2515690"/>
              <a:gd name="connsiteX114" fmla="*/ 11843354 w 12192000"/>
              <a:gd name="connsiteY114" fmla="*/ 1000151 h 2515690"/>
              <a:gd name="connsiteX115" fmla="*/ 11893955 w 12192000"/>
              <a:gd name="connsiteY115" fmla="*/ 983740 h 2515690"/>
              <a:gd name="connsiteX116" fmla="*/ 11974160 w 12192000"/>
              <a:gd name="connsiteY116" fmla="*/ 920897 h 2515690"/>
              <a:gd name="connsiteX117" fmla="*/ 12143531 w 12192000"/>
              <a:gd name="connsiteY117" fmla="*/ 823664 h 2515690"/>
              <a:gd name="connsiteX118" fmla="*/ 12192000 w 12192000"/>
              <a:gd name="connsiteY118" fmla="*/ 801163 h 2515690"/>
              <a:gd name="connsiteX119" fmla="*/ 12192000 w 12192000"/>
              <a:gd name="connsiteY119" fmla="*/ 2515690 h 2515690"/>
              <a:gd name="connsiteX120" fmla="*/ 0 w 12192000"/>
              <a:gd name="connsiteY120" fmla="*/ 2515690 h 25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2192000" h="251569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7981" y="365125"/>
            <a:ext cx="10512862" cy="930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graphicFrame>
        <p:nvGraphicFramePr>
          <p:cNvPr id="24" name="TextBox 2">
            <a:extLst>
              <a:ext uri="{FF2B5EF4-FFF2-40B4-BE49-F238E27FC236}">
                <a16:creationId xmlns:a16="http://schemas.microsoft.com/office/drawing/2014/main" id="{6641B96D-8179-4C64-02E5-39259CC8C2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1358037"/>
              </p:ext>
            </p:extLst>
          </p:nvPr>
        </p:nvGraphicFramePr>
        <p:xfrm>
          <a:off x="837981" y="2011363"/>
          <a:ext cx="10512862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173</Words>
  <Application>Microsoft Office PowerPoint</Application>
  <PresentationFormat>Custom</PresentationFormat>
  <Paragraphs>57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Rramandeip Singh</dc:creator>
  <cp:keywords/>
  <dc:description>generated using python-pptx</dc:description>
  <cp:lastModifiedBy>Rramandeip Singh</cp:lastModifiedBy>
  <cp:revision>3</cp:revision>
  <dcterms:created xsi:type="dcterms:W3CDTF">2013-01-27T09:14:16Z</dcterms:created>
  <dcterms:modified xsi:type="dcterms:W3CDTF">2026-07-13T01:28:06Z</dcterms:modified>
  <cp:category/>
</cp:coreProperties>
</file>